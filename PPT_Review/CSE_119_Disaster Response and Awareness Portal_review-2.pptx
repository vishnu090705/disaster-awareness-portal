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5"/>
  </p:notesMasterIdLst>
  <p:sldIdLst>
    <p:sldId id="256" r:id="rId2"/>
    <p:sldId id="269" r:id="rId3"/>
    <p:sldId id="274" r:id="rId4"/>
    <p:sldId id="257" r:id="rId5"/>
    <p:sldId id="273" r:id="rId6"/>
    <p:sldId id="275" r:id="rId7"/>
    <p:sldId id="278" r:id="rId8"/>
    <p:sldId id="279" r:id="rId9"/>
    <p:sldId id="280" r:id="rId10"/>
    <p:sldId id="276" r:id="rId11"/>
    <p:sldId id="272" r:id="rId12"/>
    <p:sldId id="265" r:id="rId13"/>
    <p:sldId id="266" r:id="rId14"/>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0651C3A-4460-11DB-9652-00E08161165F}">
  <a:tblStyle styleId="{57690726-49DA-4552-BDEB-330DD8EA8BD9}" styleName="Table_0">
    <a:wholeTbl>
      <a:tcTxStyle b="off" i="off">
        <a:font>
          <a:latin typeface="Bookman Old Style"/>
          <a:ea typeface="Bookman Old Style"/>
          <a:cs typeface="Bookman Old Style"/>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1" d="100"/>
          <a:sy n="81" d="100"/>
        </p:scale>
        <p:origin x="84"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rtl="0">
              <a:spcBef>
                <a:spcPts val="0"/>
              </a:spcBef>
              <a:spcAft>
                <a:spcPts val="0"/>
              </a:spcAft>
              <a:buSzPts val="1100"/>
              <a:buChar char="●"/>
              <a:defRPr sz="1100"/>
            </a:lvl1pPr>
            <a:lvl2pPr marL="914400" lvl="1" indent="-298450" rtl="0">
              <a:spcBef>
                <a:spcPts val="0"/>
              </a:spcBef>
              <a:spcAft>
                <a:spcPts val="0"/>
              </a:spcAft>
              <a:buSzPts val="1100"/>
              <a:buChar char="○"/>
              <a:defRPr sz="1100"/>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02169620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40140805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552911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832441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248305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0436789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8124313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584359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2"/>
          <p:cNvSpPr txBox="1">
            <a:spLocks noGrp="1"/>
          </p:cNvSpPr>
          <p:nvPr>
            <p:ph type="ctrTitle"/>
          </p:nvPr>
        </p:nvSpPr>
        <p:spPr>
          <a:xfrm>
            <a:off x="1050877" y="1322386"/>
            <a:ext cx="10363200" cy="14700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5" name="Google Shape;15;p2"/>
          <p:cNvSpPr txBox="1">
            <a:spLocks noGrp="1"/>
          </p:cNvSpPr>
          <p:nvPr>
            <p:ph type="subTitle" idx="1"/>
          </p:nvPr>
        </p:nvSpPr>
        <p:spPr>
          <a:xfrm>
            <a:off x="2032000" y="3326641"/>
            <a:ext cx="8534400" cy="1752600"/>
          </a:xfrm>
          <a:prstGeom prst="rect">
            <a:avLst/>
          </a:prstGeom>
          <a:noFill/>
          <a:ln>
            <a:noFill/>
          </a:ln>
        </p:spPr>
        <p:txBody>
          <a:bodyPr spcFirstLastPara="1" wrap="square" lIns="91425" tIns="45700" rIns="91425" bIns="45700" anchor="t" anchorCtr="0">
            <a:normAutofit/>
          </a:bodyPr>
          <a:lstStyle>
            <a:lvl1pPr lvl="0" algn="ctr" rtl="0">
              <a:spcBef>
                <a:spcPts val="400"/>
              </a:spcBef>
              <a:spcAft>
                <a:spcPts val="0"/>
              </a:spcAft>
              <a:buClr>
                <a:srgbClr val="17365D"/>
              </a:buClr>
              <a:buSzPts val="2000"/>
              <a:buNone/>
              <a:defRPr sz="2000" b="1">
                <a:solidFill>
                  <a:srgbClr val="17365D"/>
                </a:solidFill>
              </a:defRPr>
            </a:lvl1pPr>
            <a:lvl2pPr lvl="1" algn="ctr" rtl="0">
              <a:spcBef>
                <a:spcPts val="400"/>
              </a:spcBef>
              <a:spcAft>
                <a:spcPts val="0"/>
              </a:spcAft>
              <a:buClr>
                <a:srgbClr val="888888"/>
              </a:buClr>
              <a:buSzPts val="2000"/>
              <a:buNone/>
              <a:defRPr>
                <a:solidFill>
                  <a:srgbClr val="888888"/>
                </a:solidFill>
              </a:defRPr>
            </a:lvl2pPr>
            <a:lvl3pPr lvl="2" algn="ctr" rtl="0">
              <a:spcBef>
                <a:spcPts val="360"/>
              </a:spcBef>
              <a:spcAft>
                <a:spcPts val="0"/>
              </a:spcAft>
              <a:buClr>
                <a:srgbClr val="888888"/>
              </a:buClr>
              <a:buSzPts val="1800"/>
              <a:buNone/>
              <a:defRPr>
                <a:solidFill>
                  <a:srgbClr val="888888"/>
                </a:solidFill>
              </a:defRPr>
            </a:lvl3pPr>
            <a:lvl4pPr lvl="3" algn="ctr" rtl="0">
              <a:spcBef>
                <a:spcPts val="320"/>
              </a:spcBef>
              <a:spcAft>
                <a:spcPts val="0"/>
              </a:spcAft>
              <a:buClr>
                <a:srgbClr val="888888"/>
              </a:buClr>
              <a:buSzPts val="1600"/>
              <a:buNone/>
              <a:defRPr>
                <a:solidFill>
                  <a:srgbClr val="888888"/>
                </a:solidFill>
              </a:defRPr>
            </a:lvl4pPr>
            <a:lvl5pPr lvl="4" algn="ctr" rtl="0">
              <a:spcBef>
                <a:spcPts val="320"/>
              </a:spcBef>
              <a:spcAft>
                <a:spcPts val="0"/>
              </a:spcAft>
              <a:buClr>
                <a:srgbClr val="888888"/>
              </a:buClr>
              <a:buSzPts val="1600"/>
              <a:buNone/>
              <a:defRPr>
                <a:solidFill>
                  <a:srgbClr val="888888"/>
                </a:solidFill>
              </a:defRPr>
            </a:lvl5pPr>
            <a:lvl6pPr lvl="5" algn="ctr" rtl="0">
              <a:spcBef>
                <a:spcPts val="400"/>
              </a:spcBef>
              <a:spcAft>
                <a:spcPts val="0"/>
              </a:spcAft>
              <a:buClr>
                <a:srgbClr val="888888"/>
              </a:buClr>
              <a:buSzPts val="2000"/>
              <a:buNone/>
              <a:defRPr>
                <a:solidFill>
                  <a:srgbClr val="888888"/>
                </a:solidFill>
              </a:defRPr>
            </a:lvl6pPr>
            <a:lvl7pPr lvl="6" algn="ctr" rtl="0">
              <a:spcBef>
                <a:spcPts val="400"/>
              </a:spcBef>
              <a:spcAft>
                <a:spcPts val="0"/>
              </a:spcAft>
              <a:buClr>
                <a:srgbClr val="888888"/>
              </a:buClr>
              <a:buSzPts val="2000"/>
              <a:buNone/>
              <a:defRPr>
                <a:solidFill>
                  <a:srgbClr val="888888"/>
                </a:solidFill>
              </a:defRPr>
            </a:lvl7pPr>
            <a:lvl8pPr lvl="7" algn="ctr" rtl="0">
              <a:spcBef>
                <a:spcPts val="400"/>
              </a:spcBef>
              <a:spcAft>
                <a:spcPts val="0"/>
              </a:spcAft>
              <a:buClr>
                <a:srgbClr val="888888"/>
              </a:buClr>
              <a:buSzPts val="2000"/>
              <a:buNone/>
              <a:defRPr>
                <a:solidFill>
                  <a:srgbClr val="888888"/>
                </a:solidFill>
              </a:defRPr>
            </a:lvl8pPr>
            <a:lvl9pPr lvl="8" algn="ctr" rtl="0">
              <a:spcBef>
                <a:spcPts val="400"/>
              </a:spcBef>
              <a:spcAft>
                <a:spcPts val="0"/>
              </a:spcAft>
              <a:buClr>
                <a:srgbClr val="888888"/>
              </a:buClr>
              <a:buSzPts val="2000"/>
              <a:buNone/>
              <a:defRPr>
                <a:solidFill>
                  <a:srgbClr val="888888"/>
                </a:solidFill>
              </a:defRPr>
            </a:lvl9pPr>
          </a:lstStyle>
          <a:p>
            <a:endParaRPr/>
          </a:p>
        </p:txBody>
      </p:sp>
      <p:sp>
        <p:nvSpPr>
          <p:cNvPr id="16" name="Google Shape;16;p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7" name="Google Shape;17;p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1" name="Google Shape;21;p3"/>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a:solidFill>
                  <a:schemeClr val="dk1"/>
                </a:solidFill>
              </a:defRPr>
            </a:lvl1pPr>
            <a:lvl2pPr marL="914400" lvl="1" indent="-355600" algn="l" rtl="0">
              <a:spcBef>
                <a:spcPts val="400"/>
              </a:spcBef>
              <a:spcAft>
                <a:spcPts val="0"/>
              </a:spcAft>
              <a:buClr>
                <a:schemeClr val="dk1"/>
              </a:buClr>
              <a:buSzPts val="2000"/>
              <a:buChar char="–"/>
              <a:defRPr>
                <a:solidFill>
                  <a:schemeClr val="dk1"/>
                </a:solidFill>
              </a:defRPr>
            </a:lvl2pPr>
            <a:lvl3pPr marL="1371600" lvl="2" indent="-342900" algn="l" rtl="0">
              <a:spcBef>
                <a:spcPts val="360"/>
              </a:spcBef>
              <a:spcAft>
                <a:spcPts val="0"/>
              </a:spcAft>
              <a:buClr>
                <a:schemeClr val="dk1"/>
              </a:buClr>
              <a:buSzPts val="1800"/>
              <a:buChar char="•"/>
              <a:defRPr>
                <a:solidFill>
                  <a:schemeClr val="dk1"/>
                </a:solidFill>
              </a:defRPr>
            </a:lvl3pPr>
            <a:lvl4pPr marL="1828800" lvl="3" indent="-330200" algn="l" rtl="0">
              <a:spcBef>
                <a:spcPts val="320"/>
              </a:spcBef>
              <a:spcAft>
                <a:spcPts val="0"/>
              </a:spcAft>
              <a:buClr>
                <a:schemeClr val="dk1"/>
              </a:buClr>
              <a:buSzPts val="1600"/>
              <a:buChar char="–"/>
              <a:defRPr>
                <a:solidFill>
                  <a:schemeClr val="dk1"/>
                </a:solidFill>
              </a:defRPr>
            </a:lvl4pPr>
            <a:lvl5pPr marL="2286000" lvl="4" indent="-330200" algn="l" rtl="0">
              <a:spcBef>
                <a:spcPts val="320"/>
              </a:spcBef>
              <a:spcAft>
                <a:spcPts val="0"/>
              </a:spcAft>
              <a:buClr>
                <a:schemeClr val="dk1"/>
              </a:buClr>
              <a:buSzPts val="1600"/>
              <a:buChar char="»"/>
              <a:defRPr>
                <a:solidFill>
                  <a:schemeClr val="dk1"/>
                </a:solidFill>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22" name="Google Shape;22;p3"/>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3" name="Google Shape;23;p3"/>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4" name="Google Shape;24;p3"/>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963084" y="4406903"/>
            <a:ext cx="10363200" cy="13620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Clr>
                <a:srgbClr val="FF0000"/>
              </a:buClr>
              <a:buSzPts val="4000"/>
              <a:buFont typeface="Verdana"/>
              <a:buNone/>
              <a:defRPr sz="4000" b="1" cap="none"/>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7" name="Google Shape;27;p4"/>
          <p:cNvSpPr txBox="1">
            <a:spLocks noGrp="1"/>
          </p:cNvSpPr>
          <p:nvPr>
            <p:ph type="body" idx="1"/>
          </p:nvPr>
        </p:nvSpPr>
        <p:spPr>
          <a:xfrm>
            <a:off x="963084" y="2906713"/>
            <a:ext cx="10363200" cy="1500300"/>
          </a:xfrm>
          <a:prstGeom prst="rect">
            <a:avLst/>
          </a:prstGeom>
          <a:noFill/>
          <a:ln>
            <a:noFill/>
          </a:ln>
        </p:spPr>
        <p:txBody>
          <a:bodyPr spcFirstLastPara="1" wrap="square" lIns="91425" tIns="45700" rIns="91425" bIns="45700" anchor="b" anchorCtr="0">
            <a:normAutofit/>
          </a:bodyPr>
          <a:lstStyle>
            <a:lvl1pPr marL="457200" lvl="0" indent="-228600" algn="l" rtl="0">
              <a:spcBef>
                <a:spcPts val="400"/>
              </a:spcBef>
              <a:spcAft>
                <a:spcPts val="0"/>
              </a:spcAft>
              <a:buClr>
                <a:srgbClr val="888888"/>
              </a:buClr>
              <a:buSzPts val="2000"/>
              <a:buNone/>
              <a:defRPr sz="2000">
                <a:solidFill>
                  <a:srgbClr val="888888"/>
                </a:solidFill>
              </a:defRPr>
            </a:lvl1pPr>
            <a:lvl2pPr marL="914400" lvl="1" indent="-228600" algn="l" rtl="0">
              <a:spcBef>
                <a:spcPts val="360"/>
              </a:spcBef>
              <a:spcAft>
                <a:spcPts val="0"/>
              </a:spcAft>
              <a:buClr>
                <a:srgbClr val="888888"/>
              </a:buClr>
              <a:buSzPts val="1800"/>
              <a:buNone/>
              <a:defRPr sz="1800">
                <a:solidFill>
                  <a:srgbClr val="888888"/>
                </a:solidFill>
              </a:defRPr>
            </a:lvl2pPr>
            <a:lvl3pPr marL="1371600" lvl="2" indent="-228600" algn="l" rtl="0">
              <a:spcBef>
                <a:spcPts val="320"/>
              </a:spcBef>
              <a:spcAft>
                <a:spcPts val="0"/>
              </a:spcAft>
              <a:buClr>
                <a:srgbClr val="888888"/>
              </a:buClr>
              <a:buSzPts val="1600"/>
              <a:buNone/>
              <a:defRPr sz="1600">
                <a:solidFill>
                  <a:srgbClr val="888888"/>
                </a:solidFill>
              </a:defRPr>
            </a:lvl3pPr>
            <a:lvl4pPr marL="1828800" lvl="3" indent="-228600" algn="l" rtl="0">
              <a:spcBef>
                <a:spcPts val="280"/>
              </a:spcBef>
              <a:spcAft>
                <a:spcPts val="0"/>
              </a:spcAft>
              <a:buClr>
                <a:srgbClr val="888888"/>
              </a:buClr>
              <a:buSzPts val="1400"/>
              <a:buNone/>
              <a:defRPr sz="1400">
                <a:solidFill>
                  <a:srgbClr val="888888"/>
                </a:solidFill>
              </a:defRPr>
            </a:lvl4pPr>
            <a:lvl5pPr marL="2286000" lvl="4" indent="-228600" algn="l" rtl="0">
              <a:spcBef>
                <a:spcPts val="280"/>
              </a:spcBef>
              <a:spcAft>
                <a:spcPts val="0"/>
              </a:spcAft>
              <a:buClr>
                <a:srgbClr val="888888"/>
              </a:buClr>
              <a:buSzPts val="1400"/>
              <a:buNone/>
              <a:defRPr sz="1400">
                <a:solidFill>
                  <a:srgbClr val="888888"/>
                </a:solidFill>
              </a:defRPr>
            </a:lvl5pPr>
            <a:lvl6pPr marL="2743200" lvl="5" indent="-228600" algn="l" rtl="0">
              <a:spcBef>
                <a:spcPts val="280"/>
              </a:spcBef>
              <a:spcAft>
                <a:spcPts val="0"/>
              </a:spcAft>
              <a:buClr>
                <a:srgbClr val="888888"/>
              </a:buClr>
              <a:buSzPts val="1400"/>
              <a:buNone/>
              <a:defRPr sz="1400">
                <a:solidFill>
                  <a:srgbClr val="888888"/>
                </a:solidFill>
              </a:defRPr>
            </a:lvl6pPr>
            <a:lvl7pPr marL="3200400" lvl="6" indent="-228600" algn="l" rtl="0">
              <a:spcBef>
                <a:spcPts val="280"/>
              </a:spcBef>
              <a:spcAft>
                <a:spcPts val="0"/>
              </a:spcAft>
              <a:buClr>
                <a:srgbClr val="888888"/>
              </a:buClr>
              <a:buSzPts val="1400"/>
              <a:buNone/>
              <a:defRPr sz="1400">
                <a:solidFill>
                  <a:srgbClr val="888888"/>
                </a:solidFill>
              </a:defRPr>
            </a:lvl7pPr>
            <a:lvl8pPr marL="3657600" lvl="7" indent="-228600" algn="l" rtl="0">
              <a:spcBef>
                <a:spcPts val="280"/>
              </a:spcBef>
              <a:spcAft>
                <a:spcPts val="0"/>
              </a:spcAft>
              <a:buClr>
                <a:srgbClr val="888888"/>
              </a:buClr>
              <a:buSzPts val="1400"/>
              <a:buNone/>
              <a:defRPr sz="1400">
                <a:solidFill>
                  <a:srgbClr val="888888"/>
                </a:solidFill>
              </a:defRPr>
            </a:lvl8pPr>
            <a:lvl9pPr marL="4114800" lvl="8" indent="-228600" algn="l" rtl="0">
              <a:spcBef>
                <a:spcPts val="280"/>
              </a:spcBef>
              <a:spcAft>
                <a:spcPts val="0"/>
              </a:spcAft>
              <a:buClr>
                <a:srgbClr val="888888"/>
              </a:buClr>
              <a:buSzPts val="1400"/>
              <a:buNone/>
              <a:defRPr sz="1400">
                <a:solidFill>
                  <a:srgbClr val="888888"/>
                </a:solidFill>
              </a:defRPr>
            </a:lvl9pPr>
          </a:lstStyle>
          <a:p>
            <a:endParaRPr/>
          </a:p>
        </p:txBody>
      </p:sp>
      <p:sp>
        <p:nvSpPr>
          <p:cNvPr id="28" name="Google Shape;28;p4"/>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9" name="Google Shape;29;p4"/>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0" name="Google Shape;30;p4"/>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3" name="Google Shape;33;p5"/>
          <p:cNvSpPr txBox="1">
            <a:spLocks noGrp="1"/>
          </p:cNvSpPr>
          <p:nvPr>
            <p:ph type="body" idx="1"/>
          </p:nvPr>
        </p:nvSpPr>
        <p:spPr>
          <a:xfrm>
            <a:off x="609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4" name="Google Shape;34;p5"/>
          <p:cNvSpPr txBox="1">
            <a:spLocks noGrp="1"/>
          </p:cNvSpPr>
          <p:nvPr>
            <p:ph type="body" idx="2"/>
          </p:nvPr>
        </p:nvSpPr>
        <p:spPr>
          <a:xfrm>
            <a:off x="6197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5" name="Google Shape;35;p5"/>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6" name="Google Shape;36;p5"/>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7" name="Google Shape;37;p5"/>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859368" y="304800"/>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0" name="Google Shape;40;p6"/>
          <p:cNvSpPr txBox="1">
            <a:spLocks noGrp="1"/>
          </p:cNvSpPr>
          <p:nvPr>
            <p:ph type="body" idx="1"/>
          </p:nvPr>
        </p:nvSpPr>
        <p:spPr>
          <a:xfrm>
            <a:off x="609600" y="1535113"/>
            <a:ext cx="53868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1" name="Google Shape;41;p6"/>
          <p:cNvSpPr txBox="1">
            <a:spLocks noGrp="1"/>
          </p:cNvSpPr>
          <p:nvPr>
            <p:ph type="body" idx="2"/>
          </p:nvPr>
        </p:nvSpPr>
        <p:spPr>
          <a:xfrm>
            <a:off x="609600" y="2174875"/>
            <a:ext cx="53868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2" name="Google Shape;42;p6"/>
          <p:cNvSpPr txBox="1">
            <a:spLocks noGrp="1"/>
          </p:cNvSpPr>
          <p:nvPr>
            <p:ph type="body" idx="3"/>
          </p:nvPr>
        </p:nvSpPr>
        <p:spPr>
          <a:xfrm>
            <a:off x="6193369" y="1535113"/>
            <a:ext cx="53889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3" name="Google Shape;43;p6"/>
          <p:cNvSpPr txBox="1">
            <a:spLocks noGrp="1"/>
          </p:cNvSpPr>
          <p:nvPr>
            <p:ph type="body" idx="4"/>
          </p:nvPr>
        </p:nvSpPr>
        <p:spPr>
          <a:xfrm>
            <a:off x="6193369" y="2174875"/>
            <a:ext cx="53889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4" name="Google Shape;44;p6"/>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5" name="Google Shape;45;p6"/>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6" name="Google Shape;46;p6"/>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7"/>
          <p:cNvSpPr txBox="1">
            <a:spLocks noGrp="1"/>
          </p:cNvSpPr>
          <p:nvPr>
            <p:ph type="title"/>
          </p:nvPr>
        </p:nvSpPr>
        <p:spPr>
          <a:xfrm>
            <a:off x="3860800" y="274638"/>
            <a:ext cx="77217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9" name="Google Shape;49;p7"/>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7"/>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1" name="Google Shape;51;p7"/>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pic>
        <p:nvPicPr>
          <p:cNvPr id="52" name="Google Shape;52;p7" descr="C:\Users\AMMU\Desktop\Border.png"/>
          <p:cNvPicPr preferRelativeResize="0"/>
          <p:nvPr/>
        </p:nvPicPr>
        <p:blipFill rotWithShape="1">
          <a:blip r:embed="rId2">
            <a:alphaModFix/>
          </a:blip>
          <a:srcRect/>
          <a:stretch/>
        </p:blipFill>
        <p:spPr>
          <a:xfrm>
            <a:off x="2505209" y="139874"/>
            <a:ext cx="9686793" cy="69832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8"/>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6" name="Google Shape;56;p8"/>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609602" y="273050"/>
            <a:ext cx="4011000" cy="11622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9" name="Google Shape;59;p9"/>
          <p:cNvSpPr txBox="1">
            <a:spLocks noGrp="1"/>
          </p:cNvSpPr>
          <p:nvPr>
            <p:ph type="body" idx="1"/>
          </p:nvPr>
        </p:nvSpPr>
        <p:spPr>
          <a:xfrm>
            <a:off x="4766733" y="273053"/>
            <a:ext cx="6815700" cy="5853000"/>
          </a:xfrm>
          <a:prstGeom prst="rect">
            <a:avLst/>
          </a:prstGeom>
          <a:noFill/>
          <a:ln>
            <a:noFill/>
          </a:ln>
        </p:spPr>
        <p:txBody>
          <a:bodyPr spcFirstLastPara="1" wrap="square" lIns="91425" tIns="45700" rIns="91425" bIns="45700" anchor="t" anchorCtr="0">
            <a:normAutofit/>
          </a:bodyPr>
          <a:lstStyle>
            <a:lvl1pPr marL="457200" lvl="0" indent="-431800" algn="l" rtl="0">
              <a:spcBef>
                <a:spcPts val="640"/>
              </a:spcBef>
              <a:spcAft>
                <a:spcPts val="0"/>
              </a:spcAft>
              <a:buClr>
                <a:schemeClr val="dk1"/>
              </a:buClr>
              <a:buSzPts val="3200"/>
              <a:buChar char="•"/>
              <a:defRPr sz="3200"/>
            </a:lvl1pPr>
            <a:lvl2pPr marL="914400" lvl="1" indent="-406400" algn="l" rtl="0">
              <a:spcBef>
                <a:spcPts val="560"/>
              </a:spcBef>
              <a:spcAft>
                <a:spcPts val="0"/>
              </a:spcAft>
              <a:buClr>
                <a:schemeClr val="dk1"/>
              </a:buClr>
              <a:buSzPts val="2800"/>
              <a:buChar char="–"/>
              <a:defRPr sz="2800"/>
            </a:lvl2pPr>
            <a:lvl3pPr marL="1371600" lvl="2" indent="-381000" algn="l" rtl="0">
              <a:spcBef>
                <a:spcPts val="480"/>
              </a:spcBef>
              <a:spcAft>
                <a:spcPts val="0"/>
              </a:spcAft>
              <a:buClr>
                <a:schemeClr val="dk1"/>
              </a:buClr>
              <a:buSzPts val="2400"/>
              <a:buChar char="•"/>
              <a:defRPr sz="2400"/>
            </a:lvl3pPr>
            <a:lvl4pPr marL="1828800" lvl="3" indent="-355600" algn="l" rtl="0">
              <a:spcBef>
                <a:spcPts val="400"/>
              </a:spcBef>
              <a:spcAft>
                <a:spcPts val="0"/>
              </a:spcAft>
              <a:buClr>
                <a:schemeClr val="dk1"/>
              </a:buClr>
              <a:buSzPts val="2000"/>
              <a:buChar char="–"/>
              <a:defRPr sz="2000"/>
            </a:lvl4pPr>
            <a:lvl5pPr marL="2286000" lvl="4" indent="-355600" algn="l" rtl="0">
              <a:spcBef>
                <a:spcPts val="400"/>
              </a:spcBef>
              <a:spcAft>
                <a:spcPts val="0"/>
              </a:spcAft>
              <a:buClr>
                <a:schemeClr val="dk1"/>
              </a:buClr>
              <a:buSzPts val="2000"/>
              <a:buChar char="»"/>
              <a:defRPr sz="2000"/>
            </a:lvl5pPr>
            <a:lvl6pPr marL="2743200" lvl="5" indent="-355600" algn="l" rtl="0">
              <a:spcBef>
                <a:spcPts val="400"/>
              </a:spcBef>
              <a:spcAft>
                <a:spcPts val="0"/>
              </a:spcAft>
              <a:buClr>
                <a:schemeClr val="dk1"/>
              </a:buClr>
              <a:buSzPts val="2000"/>
              <a:buChar char="•"/>
              <a:defRPr sz="2000"/>
            </a:lvl6pPr>
            <a:lvl7pPr marL="3200400" lvl="6" indent="-355600" algn="l" rtl="0">
              <a:spcBef>
                <a:spcPts val="400"/>
              </a:spcBef>
              <a:spcAft>
                <a:spcPts val="0"/>
              </a:spcAft>
              <a:buClr>
                <a:schemeClr val="dk1"/>
              </a:buClr>
              <a:buSzPts val="2000"/>
              <a:buChar char="•"/>
              <a:defRPr sz="2000"/>
            </a:lvl7pPr>
            <a:lvl8pPr marL="3657600" lvl="7" indent="-355600" algn="l" rtl="0">
              <a:spcBef>
                <a:spcPts val="400"/>
              </a:spcBef>
              <a:spcAft>
                <a:spcPts val="0"/>
              </a:spcAft>
              <a:buClr>
                <a:schemeClr val="dk1"/>
              </a:buClr>
              <a:buSzPts val="2000"/>
              <a:buChar char="•"/>
              <a:defRPr sz="2000"/>
            </a:lvl8pPr>
            <a:lvl9pPr marL="4114800" lvl="8" indent="-355600" algn="l" rtl="0">
              <a:spcBef>
                <a:spcPts val="400"/>
              </a:spcBef>
              <a:spcAft>
                <a:spcPts val="0"/>
              </a:spcAft>
              <a:buClr>
                <a:schemeClr val="dk1"/>
              </a:buClr>
              <a:buSzPts val="2000"/>
              <a:buChar char="•"/>
              <a:defRPr sz="2000"/>
            </a:lvl9pPr>
          </a:lstStyle>
          <a:p>
            <a:endParaRPr/>
          </a:p>
        </p:txBody>
      </p:sp>
      <p:sp>
        <p:nvSpPr>
          <p:cNvPr id="60" name="Google Shape;60;p9"/>
          <p:cNvSpPr txBox="1">
            <a:spLocks noGrp="1"/>
          </p:cNvSpPr>
          <p:nvPr>
            <p:ph type="body" idx="2"/>
          </p:nvPr>
        </p:nvSpPr>
        <p:spPr>
          <a:xfrm>
            <a:off x="609602" y="1435103"/>
            <a:ext cx="4011000" cy="46911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1" name="Google Shape;61;p9"/>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2" name="Google Shape;62;p9"/>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3" name="Google Shape;63;p9"/>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10"/>
          <p:cNvSpPr txBox="1">
            <a:spLocks noGrp="1"/>
          </p:cNvSpPr>
          <p:nvPr>
            <p:ph type="title"/>
          </p:nvPr>
        </p:nvSpPr>
        <p:spPr>
          <a:xfrm>
            <a:off x="2389717" y="4800600"/>
            <a:ext cx="7315200" cy="5667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6" name="Google Shape;66;p10"/>
          <p:cNvSpPr>
            <a:spLocks noGrp="1"/>
          </p:cNvSpPr>
          <p:nvPr>
            <p:ph type="pic" idx="2"/>
          </p:nvPr>
        </p:nvSpPr>
        <p:spPr>
          <a:xfrm>
            <a:off x="2389717" y="612775"/>
            <a:ext cx="7315200" cy="4114800"/>
          </a:xfrm>
          <a:prstGeom prst="rect">
            <a:avLst/>
          </a:prstGeom>
          <a:noFill/>
          <a:ln>
            <a:noFill/>
          </a:ln>
        </p:spPr>
        <p:txBody>
          <a:bodyPr/>
          <a:lstStyle/>
          <a:p>
            <a:endParaRPr lang="en-IN"/>
          </a:p>
        </p:txBody>
      </p:sp>
      <p:sp>
        <p:nvSpPr>
          <p:cNvPr id="67" name="Google Shape;67;p10"/>
          <p:cNvSpPr txBox="1">
            <a:spLocks noGrp="1"/>
          </p:cNvSpPr>
          <p:nvPr>
            <p:ph type="body" idx="1"/>
          </p:nvPr>
        </p:nvSpPr>
        <p:spPr>
          <a:xfrm>
            <a:off x="2389717" y="5367338"/>
            <a:ext cx="7315200" cy="8049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8" name="Google Shape;68;p10"/>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9" name="Google Shape;69;p10"/>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0" name="Google Shape;70;p10"/>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1"/>
        <p:cNvGrpSpPr/>
        <p:nvPr/>
      </p:nvGrpSpPr>
      <p:grpSpPr>
        <a:xfrm>
          <a:off x="0" y="0"/>
          <a:ext cx="0" cy="0"/>
          <a:chOff x="0" y="0"/>
          <a:chExt cx="0" cy="0"/>
        </a:xfrm>
      </p:grpSpPr>
      <p:sp>
        <p:nvSpPr>
          <p:cNvPr id="72" name="Google Shape;72;p1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3" name="Google Shape;73;p11"/>
          <p:cNvSpPr txBox="1">
            <a:spLocks noGrp="1"/>
          </p:cNvSpPr>
          <p:nvPr>
            <p:ph type="body" idx="1"/>
          </p:nvPr>
        </p:nvSpPr>
        <p:spPr>
          <a:xfrm rot="5400000">
            <a:off x="3670300" y="-1714499"/>
            <a:ext cx="4953000" cy="106680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74" name="Google Shape;74;p1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5" name="Google Shape;75;p1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6" name="Google Shape;76;p1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7"/>
        <p:cNvGrpSpPr/>
        <p:nvPr/>
      </p:nvGrpSpPr>
      <p:grpSpPr>
        <a:xfrm>
          <a:off x="0" y="0"/>
          <a:ext cx="0" cy="0"/>
          <a:chOff x="0" y="0"/>
          <a:chExt cx="0" cy="0"/>
        </a:xfrm>
      </p:grpSpPr>
      <p:sp>
        <p:nvSpPr>
          <p:cNvPr id="78" name="Google Shape;78;p12"/>
          <p:cNvSpPr txBox="1">
            <a:spLocks noGrp="1"/>
          </p:cNvSpPr>
          <p:nvPr>
            <p:ph type="title"/>
          </p:nvPr>
        </p:nvSpPr>
        <p:spPr>
          <a:xfrm rot="5400000">
            <a:off x="7285050" y="1828791"/>
            <a:ext cx="5851500" cy="27432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9" name="Google Shape;79;p12"/>
          <p:cNvSpPr txBox="1">
            <a:spLocks noGrp="1"/>
          </p:cNvSpPr>
          <p:nvPr>
            <p:ph type="body" idx="1"/>
          </p:nvPr>
        </p:nvSpPr>
        <p:spPr>
          <a:xfrm rot="5400000">
            <a:off x="1697000" y="-812859"/>
            <a:ext cx="5851500" cy="80265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80" name="Google Shape;80;p1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1" name="Google Shape;81;p1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 name="Google Shape;82;p1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FF0000"/>
              </a:buClr>
              <a:buSzPts val="2800"/>
              <a:buFont typeface="Verdana"/>
              <a:buNone/>
              <a:defRPr sz="2800" b="1" i="0" u="none" strike="noStrike" cap="none">
                <a:solidFill>
                  <a:srgbClr val="FF0000"/>
                </a:solidFill>
                <a:latin typeface="Verdana"/>
                <a:ea typeface="Verdana"/>
                <a:cs typeface="Verdana"/>
                <a:sym typeface="Verdana"/>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8" name="Google Shape;8;p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9" name="Google Shape;9;p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10" name="Google Shape;10;p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Verdana"/>
                <a:ea typeface="Verdana"/>
                <a:cs typeface="Verdana"/>
                <a:sym typeface="Verdana"/>
              </a:defRPr>
            </a:lvl1pPr>
            <a:lvl2pPr marL="0" marR="0" lvl="1" indent="0" algn="r" rtl="0">
              <a:spcBef>
                <a:spcPts val="0"/>
              </a:spcBef>
              <a:buNone/>
              <a:defRPr sz="1200" b="0" i="0" u="none" strike="noStrike" cap="none">
                <a:solidFill>
                  <a:srgbClr val="888888"/>
                </a:solidFill>
                <a:latin typeface="Verdana"/>
                <a:ea typeface="Verdana"/>
                <a:cs typeface="Verdana"/>
                <a:sym typeface="Verdana"/>
              </a:defRPr>
            </a:lvl2pPr>
            <a:lvl3pPr marL="0" marR="0" lvl="2" indent="0" algn="r" rtl="0">
              <a:spcBef>
                <a:spcPts val="0"/>
              </a:spcBef>
              <a:buNone/>
              <a:defRPr sz="1200" b="0" i="0" u="none" strike="noStrike" cap="none">
                <a:solidFill>
                  <a:srgbClr val="888888"/>
                </a:solidFill>
                <a:latin typeface="Verdana"/>
                <a:ea typeface="Verdana"/>
                <a:cs typeface="Verdana"/>
                <a:sym typeface="Verdana"/>
              </a:defRPr>
            </a:lvl3pPr>
            <a:lvl4pPr marL="0" marR="0" lvl="3" indent="0" algn="r" rtl="0">
              <a:spcBef>
                <a:spcPts val="0"/>
              </a:spcBef>
              <a:buNone/>
              <a:defRPr sz="1200" b="0" i="0" u="none" strike="noStrike" cap="none">
                <a:solidFill>
                  <a:srgbClr val="888888"/>
                </a:solidFill>
                <a:latin typeface="Verdana"/>
                <a:ea typeface="Verdana"/>
                <a:cs typeface="Verdana"/>
                <a:sym typeface="Verdana"/>
              </a:defRPr>
            </a:lvl4pPr>
            <a:lvl5pPr marL="0" marR="0" lvl="4" indent="0" algn="r" rtl="0">
              <a:spcBef>
                <a:spcPts val="0"/>
              </a:spcBef>
              <a:buNone/>
              <a:defRPr sz="1200" b="0" i="0" u="none" strike="noStrike" cap="none">
                <a:solidFill>
                  <a:srgbClr val="888888"/>
                </a:solidFill>
                <a:latin typeface="Verdana"/>
                <a:ea typeface="Verdana"/>
                <a:cs typeface="Verdana"/>
                <a:sym typeface="Verdana"/>
              </a:defRPr>
            </a:lvl5pPr>
            <a:lvl6pPr marL="0" marR="0" lvl="5" indent="0" algn="r" rtl="0">
              <a:spcBef>
                <a:spcPts val="0"/>
              </a:spcBef>
              <a:buNone/>
              <a:defRPr sz="1200" b="0" i="0" u="none" strike="noStrike" cap="none">
                <a:solidFill>
                  <a:srgbClr val="888888"/>
                </a:solidFill>
                <a:latin typeface="Verdana"/>
                <a:ea typeface="Verdana"/>
                <a:cs typeface="Verdana"/>
                <a:sym typeface="Verdana"/>
              </a:defRPr>
            </a:lvl6pPr>
            <a:lvl7pPr marL="0" marR="0" lvl="6" indent="0" algn="r" rtl="0">
              <a:spcBef>
                <a:spcPts val="0"/>
              </a:spcBef>
              <a:buNone/>
              <a:defRPr sz="1200" b="0" i="0" u="none" strike="noStrike" cap="none">
                <a:solidFill>
                  <a:srgbClr val="888888"/>
                </a:solidFill>
                <a:latin typeface="Verdana"/>
                <a:ea typeface="Verdana"/>
                <a:cs typeface="Verdana"/>
                <a:sym typeface="Verdana"/>
              </a:defRPr>
            </a:lvl7pPr>
            <a:lvl8pPr marL="0" marR="0" lvl="7" indent="0" algn="r" rtl="0">
              <a:spcBef>
                <a:spcPts val="0"/>
              </a:spcBef>
              <a:buNone/>
              <a:defRPr sz="1200" b="0" i="0" u="none" strike="noStrike" cap="none">
                <a:solidFill>
                  <a:srgbClr val="888888"/>
                </a:solidFill>
                <a:latin typeface="Verdana"/>
                <a:ea typeface="Verdana"/>
                <a:cs typeface="Verdana"/>
                <a:sym typeface="Verdana"/>
              </a:defRPr>
            </a:lvl8pPr>
            <a:lvl9pPr marL="0" marR="0" lvl="8" indent="0" algn="r" rtl="0">
              <a:spcBef>
                <a:spcPts val="0"/>
              </a:spcBef>
              <a:buNone/>
              <a:defRPr sz="1200" b="0" i="0" u="none" strike="noStrike" cap="none">
                <a:solidFill>
                  <a:srgbClr val="888888"/>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GB"/>
              <a:t>‹#›</a:t>
            </a:fld>
            <a:endParaRPr/>
          </a:p>
        </p:txBody>
      </p:sp>
      <p:cxnSp>
        <p:nvCxnSpPr>
          <p:cNvPr id="11" name="Google Shape;11;p1"/>
          <p:cNvCxnSpPr/>
          <p:nvPr/>
        </p:nvCxnSpPr>
        <p:spPr>
          <a:xfrm>
            <a:off x="812800" y="914400"/>
            <a:ext cx="10668000" cy="0"/>
          </a:xfrm>
          <a:prstGeom prst="straightConnector1">
            <a:avLst/>
          </a:prstGeom>
          <a:noFill/>
          <a:ln w="57150" cap="flat" cmpd="thickThin">
            <a:solidFill>
              <a:schemeClr val="dk1"/>
            </a:solidFill>
            <a:prstDash val="solid"/>
            <a:round/>
            <a:headEnd type="none" w="med" len="med"/>
            <a:tailEnd type="none" w="med" len="med"/>
          </a:ln>
        </p:spPr>
      </p:cxnSp>
      <p:pic>
        <p:nvPicPr>
          <p:cNvPr id="12" name="Google Shape;12;p1"/>
          <p:cNvPicPr preferRelativeResize="0"/>
          <p:nvPr/>
        </p:nvPicPr>
        <p:blipFill rotWithShape="1">
          <a:blip r:embed="rId13">
            <a:alphaModFix/>
          </a:blip>
          <a:srcRect b="18046"/>
          <a:stretch/>
        </p:blipFill>
        <p:spPr>
          <a:xfrm>
            <a:off x="0" y="5991366"/>
            <a:ext cx="12192001" cy="86663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github.com/vishnu090705/Disaster-awareness-Response-portal-"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ndma.gov.in/" TargetMode="External"/><Relationship Id="rId7" Type="http://schemas.openxmlformats.org/officeDocument/2006/relationships/hyperlink" Target="https://www.unicef.org/disaster-risk-reduction"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hyperlink" Target="https://ndrf.gov.in/" TargetMode="External"/><Relationship Id="rId5" Type="http://schemas.openxmlformats.org/officeDocument/2006/relationships/hyperlink" Target="https://www.ready.gov/" TargetMode="External"/><Relationship Id="rId4" Type="http://schemas.openxmlformats.org/officeDocument/2006/relationships/hyperlink" Target="https://www.undrr.org/" TargetMode="Externa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3"/>
          <p:cNvSpPr txBox="1">
            <a:spLocks noGrp="1"/>
          </p:cNvSpPr>
          <p:nvPr>
            <p:ph type="ctrTitle"/>
          </p:nvPr>
        </p:nvSpPr>
        <p:spPr>
          <a:xfrm>
            <a:off x="790469" y="1542300"/>
            <a:ext cx="10363200" cy="503052"/>
          </a:xfrm>
          <a:prstGeom prst="rect">
            <a:avLst/>
          </a:prstGeom>
          <a:noFill/>
          <a:ln>
            <a:noFill/>
          </a:ln>
        </p:spPr>
        <p:txBody>
          <a:bodyPr spcFirstLastPara="1" wrap="square" lIns="91425" tIns="45700" rIns="91425" bIns="45700" anchor="ctr" anchorCtr="0">
            <a:noAutofit/>
          </a:bodyPr>
          <a:lstStyle/>
          <a:p>
            <a:pPr algn="ctr"/>
            <a:r>
              <a:rPr lang="en-US" sz="2400" dirty="0">
                <a:latin typeface="Times New Roman" panose="02020603050405020304" pitchFamily="18" charset="0"/>
                <a:cs typeface="Times New Roman" panose="02020603050405020304" pitchFamily="18" charset="0"/>
              </a:rPr>
              <a:t>Disaster preparedness and Response Education System for Schools and Colleges. (Disaster Awareness and Response Portal)</a:t>
            </a:r>
            <a:br>
              <a:rPr lang="en-US" dirty="0"/>
            </a:br>
            <a:endParaRPr dirty="0"/>
          </a:p>
          <a:p>
            <a:endParaRPr dirty="0"/>
          </a:p>
        </p:txBody>
      </p:sp>
      <p:sp>
        <p:nvSpPr>
          <p:cNvPr id="88" name="Google Shape;88;p13"/>
          <p:cNvSpPr txBox="1">
            <a:spLocks noGrp="1"/>
          </p:cNvSpPr>
          <p:nvPr>
            <p:ph type="subTitle" idx="1"/>
          </p:nvPr>
        </p:nvSpPr>
        <p:spPr>
          <a:xfrm>
            <a:off x="790467" y="2045352"/>
            <a:ext cx="2985373" cy="351007"/>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rgbClr val="17365D"/>
              </a:buClr>
              <a:buSzPts val="2000"/>
              <a:buNone/>
            </a:pPr>
            <a:r>
              <a:rPr lang="en-GB" dirty="0">
                <a:latin typeface="Times New Roman" panose="02020603050405020304" pitchFamily="18" charset="0"/>
                <a:ea typeface="Cambria" panose="02040503050406030204" pitchFamily="18" charset="0"/>
                <a:cs typeface="Times New Roman" panose="02020603050405020304" pitchFamily="18" charset="0"/>
              </a:rPr>
              <a:t>Batch Number: CSE_119</a:t>
            </a:r>
            <a:endParaRPr dirty="0">
              <a:latin typeface="Times New Roman" panose="02020603050405020304" pitchFamily="18" charset="0"/>
              <a:ea typeface="Cambria" panose="02040503050406030204" pitchFamily="18" charset="0"/>
              <a:cs typeface="Times New Roman" panose="02020603050405020304" pitchFamily="18" charset="0"/>
            </a:endParaRPr>
          </a:p>
        </p:txBody>
      </p:sp>
      <p:sp>
        <p:nvSpPr>
          <p:cNvPr id="90" name="Google Shape;90;p13"/>
          <p:cNvSpPr txBox="1"/>
          <p:nvPr/>
        </p:nvSpPr>
        <p:spPr>
          <a:xfrm>
            <a:off x="6480195" y="2513340"/>
            <a:ext cx="5514300" cy="202056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rgbClr val="17365D"/>
              </a:buClr>
              <a:buSzPts val="2000"/>
              <a:buFont typeface="Arial"/>
              <a:buNone/>
            </a:pPr>
            <a:r>
              <a:rPr lang="en-GB" sz="2000" b="1" i="0" u="none" strike="noStrike" cap="none" dirty="0">
                <a:solidFill>
                  <a:srgbClr val="17365D"/>
                </a:solidFill>
                <a:latin typeface="Times New Roman" panose="02020603050405020304" pitchFamily="18" charset="0"/>
                <a:ea typeface="Cambria" panose="02040503050406030204" pitchFamily="18" charset="0"/>
                <a:cs typeface="Times New Roman" panose="02020603050405020304" pitchFamily="18" charset="0"/>
                <a:sym typeface="Verdana"/>
              </a:rPr>
              <a:t>Under the Supervision of,</a:t>
            </a:r>
          </a:p>
          <a:p>
            <a:pPr marL="0" marR="0" lvl="0" indent="0" algn="ctr" rtl="0">
              <a:spcBef>
                <a:spcPts val="340"/>
              </a:spcBef>
              <a:spcAft>
                <a:spcPts val="0"/>
              </a:spcAft>
              <a:buClr>
                <a:srgbClr val="17365D"/>
              </a:buClr>
              <a:buSzPts val="1700"/>
              <a:buFont typeface="Arial"/>
              <a:buNone/>
            </a:pPr>
            <a:r>
              <a:rPr lang="en-GB" sz="2000" b="1" i="0" u="none" strike="noStrike" cap="none" dirty="0">
                <a:solidFill>
                  <a:schemeClr val="accent1">
                    <a:lumMod val="50000"/>
                  </a:schemeClr>
                </a:solidFill>
                <a:latin typeface="Times New Roman" panose="02020603050405020304" pitchFamily="18" charset="0"/>
                <a:ea typeface="Cambria" panose="02040503050406030204" pitchFamily="18" charset="0"/>
                <a:cs typeface="Times New Roman" panose="02020603050405020304" pitchFamily="18" charset="0"/>
                <a:sym typeface="Verdana"/>
              </a:rPr>
              <a:t>Dr.</a:t>
            </a:r>
            <a:r>
              <a:rPr lang="en-US" sz="2000" b="1" dirty="0">
                <a:solidFill>
                  <a:schemeClr val="accent1">
                    <a:lumMod val="50000"/>
                  </a:schemeClr>
                </a:solidFill>
                <a:latin typeface="Times New Roman" panose="02020603050405020304" pitchFamily="18" charset="0"/>
                <a:ea typeface="Cambria" panose="02040503050406030204" pitchFamily="18" charset="0"/>
                <a:cs typeface="Times New Roman" panose="02020603050405020304" pitchFamily="18" charset="0"/>
                <a:sym typeface="Verdana"/>
              </a:rPr>
              <a:t>Pamela Vinitha Eric</a:t>
            </a:r>
            <a:endParaRPr sz="2000" dirty="0">
              <a:solidFill>
                <a:schemeClr val="accent1">
                  <a:lumMod val="50000"/>
                </a:schemeClr>
              </a:solidFill>
              <a:latin typeface="Times New Roman" panose="02020603050405020304" pitchFamily="18" charset="0"/>
              <a:ea typeface="Cambria" panose="02040503050406030204" pitchFamily="18" charset="0"/>
              <a:cs typeface="Times New Roman" panose="02020603050405020304" pitchFamily="18" charset="0"/>
            </a:endParaRPr>
          </a:p>
          <a:p>
            <a:pPr marL="0" marR="0" lvl="0" indent="0" algn="ctr" rtl="0">
              <a:spcBef>
                <a:spcPts val="340"/>
              </a:spcBef>
              <a:spcAft>
                <a:spcPts val="0"/>
              </a:spcAft>
              <a:buClr>
                <a:srgbClr val="17365D"/>
              </a:buClr>
              <a:buSzPts val="1700"/>
              <a:buFont typeface="Arial"/>
              <a:buNone/>
            </a:pPr>
            <a:r>
              <a:rPr lang="en-GB" sz="2000" b="1" i="0" u="none" strike="noStrike" cap="none" dirty="0">
                <a:solidFill>
                  <a:schemeClr val="accent1">
                    <a:lumMod val="50000"/>
                  </a:schemeClr>
                </a:solidFill>
                <a:latin typeface="Times New Roman" panose="02020603050405020304" pitchFamily="18" charset="0"/>
                <a:ea typeface="Cambria" panose="02040503050406030204" pitchFamily="18" charset="0"/>
                <a:cs typeface="Times New Roman" panose="02020603050405020304" pitchFamily="18" charset="0"/>
                <a:sym typeface="Verdana"/>
              </a:rPr>
              <a:t>Professor </a:t>
            </a:r>
            <a:endParaRPr sz="2000" dirty="0">
              <a:solidFill>
                <a:schemeClr val="accent1">
                  <a:lumMod val="50000"/>
                </a:schemeClr>
              </a:solidFill>
              <a:latin typeface="Times New Roman" panose="02020603050405020304" pitchFamily="18" charset="0"/>
              <a:ea typeface="Cambria" panose="02040503050406030204" pitchFamily="18" charset="0"/>
              <a:cs typeface="Times New Roman" panose="02020603050405020304" pitchFamily="18" charset="0"/>
            </a:endParaRPr>
          </a:p>
          <a:p>
            <a:pPr marL="0" marR="0" lvl="0" indent="0" algn="ctr" rtl="0">
              <a:spcBef>
                <a:spcPts val="340"/>
              </a:spcBef>
              <a:spcAft>
                <a:spcPts val="0"/>
              </a:spcAft>
              <a:buClr>
                <a:srgbClr val="17365D"/>
              </a:buClr>
              <a:buSzPts val="1700"/>
              <a:buFont typeface="Arial"/>
              <a:buNone/>
            </a:pPr>
            <a:r>
              <a:rPr lang="en-GB" sz="2000" b="1" i="0" u="none" strike="noStrike" cap="none" dirty="0">
                <a:solidFill>
                  <a:schemeClr val="accent1">
                    <a:lumMod val="50000"/>
                  </a:schemeClr>
                </a:solidFill>
                <a:latin typeface="Times New Roman" panose="02020603050405020304" pitchFamily="18" charset="0"/>
                <a:ea typeface="Cambria" panose="02040503050406030204" pitchFamily="18" charset="0"/>
                <a:cs typeface="Times New Roman" panose="02020603050405020304" pitchFamily="18" charset="0"/>
                <a:sym typeface="Verdana"/>
              </a:rPr>
              <a:t>School of Computer Science and Engineering</a:t>
            </a:r>
            <a:endParaRPr sz="2000" dirty="0">
              <a:solidFill>
                <a:schemeClr val="accent1">
                  <a:lumMod val="50000"/>
                </a:schemeClr>
              </a:solidFill>
              <a:latin typeface="Times New Roman" panose="02020603050405020304" pitchFamily="18" charset="0"/>
              <a:ea typeface="Cambria" panose="02040503050406030204" pitchFamily="18" charset="0"/>
              <a:cs typeface="Times New Roman" panose="02020603050405020304" pitchFamily="18" charset="0"/>
            </a:endParaRPr>
          </a:p>
          <a:p>
            <a:pPr marL="0" marR="0" lvl="0" indent="0" algn="ctr" rtl="0">
              <a:spcBef>
                <a:spcPts val="340"/>
              </a:spcBef>
              <a:spcAft>
                <a:spcPts val="0"/>
              </a:spcAft>
              <a:buClr>
                <a:srgbClr val="17365D"/>
              </a:buClr>
              <a:buSzPts val="1700"/>
              <a:buFont typeface="Arial"/>
              <a:buNone/>
            </a:pPr>
            <a:r>
              <a:rPr lang="en-GB" sz="2000" b="1" i="0" u="none" strike="noStrike" cap="none" dirty="0">
                <a:solidFill>
                  <a:schemeClr val="accent1">
                    <a:lumMod val="50000"/>
                  </a:schemeClr>
                </a:solidFill>
                <a:latin typeface="Times New Roman" panose="02020603050405020304" pitchFamily="18" charset="0"/>
                <a:ea typeface="Cambria" panose="02040503050406030204" pitchFamily="18" charset="0"/>
                <a:cs typeface="Times New Roman" panose="02020603050405020304" pitchFamily="18" charset="0"/>
                <a:sym typeface="Verdana"/>
              </a:rPr>
              <a:t>Presidency University</a:t>
            </a:r>
            <a:endParaRPr sz="2000" dirty="0">
              <a:solidFill>
                <a:schemeClr val="accent1">
                  <a:lumMod val="50000"/>
                </a:schemeClr>
              </a:solidFill>
              <a:latin typeface="Times New Roman" panose="02020603050405020304" pitchFamily="18" charset="0"/>
              <a:ea typeface="Cambria" panose="02040503050406030204" pitchFamily="18" charset="0"/>
              <a:cs typeface="Times New Roman" panose="02020603050405020304" pitchFamily="18" charset="0"/>
            </a:endParaRPr>
          </a:p>
          <a:p>
            <a:pPr marL="0" marR="0" lvl="0" indent="0" algn="l"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graphicFrame>
        <p:nvGraphicFramePr>
          <p:cNvPr id="89" name="Google Shape;89;p13"/>
          <p:cNvGraphicFramePr/>
          <p:nvPr>
            <p:extLst>
              <p:ext uri="{D42A27DB-BD31-4B8C-83A1-F6EECF244321}">
                <p14:modId xmlns:p14="http://schemas.microsoft.com/office/powerpoint/2010/main" val="2870336309"/>
              </p:ext>
            </p:extLst>
          </p:nvPr>
        </p:nvGraphicFramePr>
        <p:xfrm>
          <a:off x="553347" y="2721840"/>
          <a:ext cx="5418675" cy="2347020"/>
        </p:xfrm>
        <a:graphic>
          <a:graphicData uri="http://schemas.openxmlformats.org/drawingml/2006/table">
            <a:tbl>
              <a:tblPr firstRow="1" bandRow="1">
                <a:noFill/>
                <a:tableStyleId>{57690726-49DA-4552-BDEB-330DD8EA8BD9}</a:tableStyleId>
              </a:tblPr>
              <a:tblGrid>
                <a:gridCol w="2085000">
                  <a:extLst>
                    <a:ext uri="{9D8B030D-6E8A-4147-A177-3AD203B41FA5}">
                      <a16:colId xmlns:a16="http://schemas.microsoft.com/office/drawing/2014/main" val="20000"/>
                    </a:ext>
                  </a:extLst>
                </a:gridCol>
                <a:gridCol w="3333675">
                  <a:extLst>
                    <a:ext uri="{9D8B030D-6E8A-4147-A177-3AD203B41FA5}">
                      <a16:colId xmlns:a16="http://schemas.microsoft.com/office/drawing/2014/main" val="20001"/>
                    </a:ext>
                  </a:extLst>
                </a:gridCol>
              </a:tblGrid>
              <a:tr h="306243">
                <a:tc>
                  <a:txBody>
                    <a:bodyPr/>
                    <a:lstStyle/>
                    <a:p>
                      <a:pPr marL="0" marR="0" lvl="1" indent="0" algn="ctr" rtl="0">
                        <a:spcBef>
                          <a:spcPts val="0"/>
                        </a:spcBef>
                        <a:spcAft>
                          <a:spcPts val="0"/>
                        </a:spcAft>
                        <a:buNone/>
                      </a:pPr>
                      <a:r>
                        <a:rPr lang="en-GB" sz="2000" b="1" u="none" strike="noStrike" cap="none" dirty="0">
                          <a:solidFill>
                            <a:srgbClr val="17365D"/>
                          </a:solidFill>
                          <a:latin typeface="Times New Roman" panose="02020603050405020304" pitchFamily="18" charset="0"/>
                          <a:cs typeface="Times New Roman" panose="02020603050405020304" pitchFamily="18" charset="0"/>
                        </a:rPr>
                        <a:t>Roll Number</a:t>
                      </a:r>
                      <a:endParaRPr sz="2000" b="1" u="none" strike="noStrike" cap="none" dirty="0">
                        <a:solidFill>
                          <a:srgbClr val="17365D"/>
                        </a:solidFill>
                        <a:latin typeface="Times New Roman" panose="02020603050405020304" pitchFamily="18" charset="0"/>
                        <a:cs typeface="Times New Roman" panose="02020603050405020304" pitchFamily="18"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GB" sz="2000" b="1" u="none" strike="noStrike" cap="none" dirty="0">
                          <a:solidFill>
                            <a:srgbClr val="17365D"/>
                          </a:solidFill>
                          <a:latin typeface="Times New Roman" panose="02020603050405020304" pitchFamily="18" charset="0"/>
                          <a:cs typeface="Times New Roman" panose="02020603050405020304" pitchFamily="18" charset="0"/>
                        </a:rPr>
                        <a:t>Student Name</a:t>
                      </a:r>
                      <a:endParaRPr sz="2000" b="1" u="none" strike="noStrike" cap="none" dirty="0">
                        <a:solidFill>
                          <a:srgbClr val="17365D"/>
                        </a:solidFill>
                        <a:latin typeface="Times New Roman" panose="02020603050405020304" pitchFamily="18" charset="0"/>
                        <a:cs typeface="Times New Roman" panose="02020603050405020304" pitchFamily="18"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306243">
                <a:tc>
                  <a:txBody>
                    <a:bodyPr/>
                    <a:lstStyle/>
                    <a:p>
                      <a:pPr marL="0" marR="0" lvl="0" indent="0" algn="ctr" rtl="0">
                        <a:spcBef>
                          <a:spcPts val="0"/>
                        </a:spcBef>
                        <a:spcAft>
                          <a:spcPts val="0"/>
                        </a:spcAft>
                        <a:buFont typeface="+mj-lt"/>
                        <a:buNone/>
                      </a:pPr>
                      <a:r>
                        <a:rPr lang="en-IN" sz="2000" u="none" strike="noStrike" cap="none" dirty="0">
                          <a:latin typeface="Times New Roman" panose="02020603050405020304" pitchFamily="18" charset="0"/>
                          <a:cs typeface="Times New Roman" panose="02020603050405020304" pitchFamily="18" charset="0"/>
                        </a:rPr>
                        <a:t>20221CSE0090</a:t>
                      </a:r>
                      <a:endParaRPr sz="2000" u="none" strike="noStrike" cap="none" dirty="0">
                        <a:latin typeface="Times New Roman" panose="02020603050405020304" pitchFamily="18" charset="0"/>
                        <a:cs typeface="Times New Roman" panose="02020603050405020304" pitchFamily="18"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2000" u="none" strike="noStrike" cap="none" dirty="0">
                          <a:latin typeface="Times New Roman" panose="02020603050405020304" pitchFamily="18" charset="0"/>
                          <a:cs typeface="Times New Roman" panose="02020603050405020304" pitchFamily="18" charset="0"/>
                        </a:rPr>
                        <a:t>P</a:t>
                      </a:r>
                      <a:r>
                        <a:rPr lang="en-IN" sz="2000" u="none" strike="noStrike" cap="none" dirty="0">
                          <a:latin typeface="Times New Roman" panose="02020603050405020304" pitchFamily="18" charset="0"/>
                          <a:cs typeface="Times New Roman" panose="02020603050405020304" pitchFamily="18" charset="0"/>
                        </a:rPr>
                        <a:t> Vishnu Vardhan</a:t>
                      </a:r>
                      <a:endParaRPr sz="2000" u="none" strike="noStrike" cap="none" dirty="0">
                        <a:latin typeface="Times New Roman" panose="02020603050405020304" pitchFamily="18" charset="0"/>
                        <a:cs typeface="Times New Roman" panose="02020603050405020304" pitchFamily="18"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306243">
                <a:tc>
                  <a:txBody>
                    <a:bodyPr/>
                    <a:lstStyle/>
                    <a:p>
                      <a:pPr marL="0" marR="0" lvl="0" indent="0" algn="ctr" rtl="0">
                        <a:spcBef>
                          <a:spcPts val="0"/>
                        </a:spcBef>
                        <a:spcAft>
                          <a:spcPts val="0"/>
                        </a:spcAft>
                        <a:buNone/>
                      </a:pPr>
                      <a:r>
                        <a:rPr lang="en-IN" sz="2000" u="none" strike="noStrike" cap="none" dirty="0">
                          <a:latin typeface="Times New Roman" panose="02020603050405020304" pitchFamily="18" charset="0"/>
                          <a:cs typeface="Times New Roman" panose="02020603050405020304" pitchFamily="18" charset="0"/>
                        </a:rPr>
                        <a:t>20221CSE0195</a:t>
                      </a:r>
                      <a:endParaRPr sz="2000" u="none" strike="noStrike" cap="none" dirty="0">
                        <a:latin typeface="Times New Roman" panose="02020603050405020304" pitchFamily="18" charset="0"/>
                        <a:cs typeface="Times New Roman" panose="02020603050405020304" pitchFamily="18"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IN" sz="2000" u="none" strike="noStrike" cap="none" dirty="0">
                          <a:latin typeface="Times New Roman" panose="02020603050405020304" pitchFamily="18" charset="0"/>
                          <a:cs typeface="Times New Roman" panose="02020603050405020304" pitchFamily="18" charset="0"/>
                        </a:rPr>
                        <a:t>S Vasista</a:t>
                      </a:r>
                      <a:endParaRPr sz="2000" u="none" strike="noStrike" cap="none" dirty="0">
                        <a:latin typeface="Times New Roman" panose="02020603050405020304" pitchFamily="18" charset="0"/>
                        <a:cs typeface="Times New Roman" panose="02020603050405020304" pitchFamily="18"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306243">
                <a:tc>
                  <a:txBody>
                    <a:bodyPr/>
                    <a:lstStyle/>
                    <a:p>
                      <a:pPr marL="0" marR="0" lvl="0" indent="0" algn="ctr" rtl="0">
                        <a:spcBef>
                          <a:spcPts val="0"/>
                        </a:spcBef>
                        <a:spcAft>
                          <a:spcPts val="0"/>
                        </a:spcAft>
                        <a:buNone/>
                      </a:pPr>
                      <a:r>
                        <a:rPr lang="en-IN" sz="2000" u="none" strike="noStrike" cap="none" dirty="0">
                          <a:latin typeface="Times New Roman" panose="02020603050405020304" pitchFamily="18" charset="0"/>
                          <a:cs typeface="Times New Roman" panose="02020603050405020304" pitchFamily="18" charset="0"/>
                        </a:rPr>
                        <a:t>20221CSE0225</a:t>
                      </a:r>
                      <a:endParaRPr sz="2000" u="none" strike="noStrike" cap="none" dirty="0">
                        <a:latin typeface="Times New Roman" panose="02020603050405020304" pitchFamily="18" charset="0"/>
                        <a:cs typeface="Times New Roman" panose="02020603050405020304" pitchFamily="18"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IN" sz="2000" u="none" strike="noStrike" cap="none" dirty="0">
                          <a:latin typeface="Times New Roman" panose="02020603050405020304" pitchFamily="18" charset="0"/>
                          <a:cs typeface="Times New Roman" panose="02020603050405020304" pitchFamily="18" charset="0"/>
                        </a:rPr>
                        <a:t>A Dhanush</a:t>
                      </a:r>
                      <a:endParaRPr sz="2000" u="none" strike="noStrike" cap="none" dirty="0">
                        <a:latin typeface="Times New Roman" panose="02020603050405020304" pitchFamily="18" charset="0"/>
                        <a:cs typeface="Times New Roman" panose="02020603050405020304" pitchFamily="18"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306243">
                <a:tc>
                  <a:txBody>
                    <a:bodyPr/>
                    <a:lstStyle/>
                    <a:p>
                      <a:pPr marL="0" marR="0" lvl="0" indent="0" algn="ctr" rtl="0">
                        <a:spcBef>
                          <a:spcPts val="0"/>
                        </a:spcBef>
                        <a:spcAft>
                          <a:spcPts val="0"/>
                        </a:spcAft>
                        <a:buNone/>
                      </a:pPr>
                      <a:endParaRPr sz="2000" u="none" strike="noStrike" cap="none" dirty="0">
                        <a:latin typeface="Times New Roman" panose="02020603050405020304" pitchFamily="18" charset="0"/>
                        <a:cs typeface="Times New Roman" panose="02020603050405020304" pitchFamily="18"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2000" u="none" strike="noStrike" cap="none" dirty="0">
                        <a:latin typeface="Times New Roman" panose="02020603050405020304" pitchFamily="18" charset="0"/>
                        <a:cs typeface="Times New Roman" panose="02020603050405020304" pitchFamily="18"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91" name="Google Shape;91;p13"/>
          <p:cNvSpPr txBox="1"/>
          <p:nvPr/>
        </p:nvSpPr>
        <p:spPr>
          <a:xfrm>
            <a:off x="2871639" y="32629"/>
            <a:ext cx="5498973" cy="729371"/>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17365D"/>
              </a:buClr>
              <a:buSzPct val="100000"/>
              <a:buFont typeface="Arial"/>
              <a:buNone/>
            </a:pPr>
            <a:r>
              <a:rPr lang="en-GB" sz="2400" b="1" dirty="0">
                <a:solidFill>
                  <a:srgbClr val="17365D"/>
                </a:solidFill>
                <a:latin typeface="Times New Roman" panose="02020603050405020304" pitchFamily="18" charset="0"/>
                <a:ea typeface="Cambria" panose="02040503050406030204" pitchFamily="18" charset="0"/>
                <a:cs typeface="Times New Roman" panose="02020603050405020304" pitchFamily="18" charset="0"/>
                <a:sym typeface="Verdana"/>
              </a:rPr>
              <a:t>CSE7302-</a:t>
            </a:r>
            <a:r>
              <a:rPr lang="en-GB" sz="2400" b="1" i="0" u="none" strike="noStrike" cap="none" dirty="0">
                <a:solidFill>
                  <a:srgbClr val="17365D"/>
                </a:solidFill>
                <a:latin typeface="Times New Roman" panose="02020603050405020304" pitchFamily="18" charset="0"/>
                <a:ea typeface="Cambria" panose="02040503050406030204" pitchFamily="18" charset="0"/>
                <a:cs typeface="Times New Roman" panose="02020603050405020304" pitchFamily="18" charset="0"/>
                <a:sym typeface="Verdana"/>
              </a:rPr>
              <a:t> Capstone Project</a:t>
            </a:r>
            <a:endParaRPr sz="2400" dirty="0">
              <a:latin typeface="Times New Roman" panose="02020603050405020304" pitchFamily="18" charset="0"/>
              <a:ea typeface="Cambria" panose="02040503050406030204" pitchFamily="18" charset="0"/>
              <a:cs typeface="Times New Roman" panose="02020603050405020304" pitchFamily="18" charset="0"/>
            </a:endParaRPr>
          </a:p>
          <a:p>
            <a:pPr marL="0" marR="0" lvl="0" indent="0" algn="ctr" rtl="0">
              <a:spcBef>
                <a:spcPts val="310"/>
              </a:spcBef>
              <a:spcAft>
                <a:spcPts val="0"/>
              </a:spcAft>
              <a:buClr>
                <a:srgbClr val="17365D"/>
              </a:buClr>
              <a:buSzPct val="100000"/>
              <a:buFont typeface="Arial"/>
              <a:buNone/>
            </a:pPr>
            <a:r>
              <a:rPr lang="en-GB" sz="2400" b="1" i="0" u="none" strike="noStrike" cap="none">
                <a:solidFill>
                  <a:srgbClr val="17365D"/>
                </a:solidFill>
                <a:latin typeface="Times New Roman" panose="02020603050405020304" pitchFamily="18" charset="0"/>
                <a:ea typeface="Cambria" panose="02040503050406030204" pitchFamily="18" charset="0"/>
                <a:cs typeface="Times New Roman" panose="02020603050405020304" pitchFamily="18" charset="0"/>
                <a:sym typeface="Verdana"/>
              </a:rPr>
              <a:t>Review-2</a:t>
            </a:r>
            <a:endParaRPr sz="2400" b="1" i="0" u="none" strike="noStrike" cap="none" dirty="0">
              <a:solidFill>
                <a:srgbClr val="17365D"/>
              </a:solidFill>
              <a:latin typeface="Times New Roman" panose="02020603050405020304" pitchFamily="18" charset="0"/>
              <a:ea typeface="Cambria" panose="02040503050406030204" pitchFamily="18" charset="0"/>
              <a:cs typeface="Times New Roman" panose="02020603050405020304" pitchFamily="18" charset="0"/>
              <a:sym typeface="Verdana"/>
            </a:endParaRPr>
          </a:p>
        </p:txBody>
      </p:sp>
      <p:sp>
        <p:nvSpPr>
          <p:cNvPr id="8" name="Google Shape;91;p13"/>
          <p:cNvSpPr txBox="1"/>
          <p:nvPr/>
        </p:nvSpPr>
        <p:spPr>
          <a:xfrm>
            <a:off x="0" y="4533900"/>
            <a:ext cx="12249915" cy="1562100"/>
          </a:xfrm>
          <a:prstGeom prst="rect">
            <a:avLst/>
          </a:prstGeom>
          <a:noFill/>
          <a:ln>
            <a:noFill/>
          </a:ln>
        </p:spPr>
        <p:txBody>
          <a:bodyPr spcFirstLastPara="1" wrap="square" lIns="91425" tIns="45700" rIns="91425" bIns="45700" anchor="t" anchorCtr="0">
            <a:noAutofit/>
          </a:bodyPr>
          <a:lstStyle/>
          <a:p>
            <a:pPr marL="0" marR="0" lvl="0" indent="0" rtl="0">
              <a:spcBef>
                <a:spcPts val="0"/>
              </a:spcBef>
              <a:spcAft>
                <a:spcPts val="0"/>
              </a:spcAft>
              <a:buClr>
                <a:srgbClr val="17365D"/>
              </a:buClr>
              <a:buSzPct val="100000"/>
              <a:buFont typeface="Arial"/>
              <a:buNone/>
            </a:pPr>
            <a:r>
              <a:rPr lang="en-US" sz="2000" b="1" i="0" u="none" strike="noStrike" cap="none" dirty="0">
                <a:solidFill>
                  <a:schemeClr val="accent1"/>
                </a:solidFill>
                <a:latin typeface="Times New Roman" panose="02020603050405020304" pitchFamily="18" charset="0"/>
                <a:ea typeface="Cambria" panose="02040503050406030204" pitchFamily="18" charset="0"/>
                <a:cs typeface="Times New Roman" panose="02020603050405020304" pitchFamily="18" charset="0"/>
                <a:sym typeface="Verdana"/>
              </a:rPr>
              <a:t>Name of the Program: </a:t>
            </a:r>
            <a:r>
              <a:rPr lang="en-US" sz="2000" dirty="0">
                <a:solidFill>
                  <a:schemeClr val="tx1">
                    <a:lumMod val="95000"/>
                    <a:lumOff val="5000"/>
                  </a:schemeClr>
                </a:solidFill>
                <a:latin typeface="Times New Roman" panose="02020603050405020304" pitchFamily="18" charset="0"/>
                <a:ea typeface="Cambria" panose="02040503050406030204" pitchFamily="18" charset="0"/>
                <a:cs typeface="Times New Roman" panose="02020603050405020304" pitchFamily="18" charset="0"/>
                <a:sym typeface="Verdana"/>
              </a:rPr>
              <a:t>CSE</a:t>
            </a:r>
            <a:endParaRPr lang="en-US" sz="2000" i="0" u="none" strike="noStrike" cap="none" dirty="0">
              <a:solidFill>
                <a:schemeClr val="tx1">
                  <a:lumMod val="95000"/>
                  <a:lumOff val="5000"/>
                </a:schemeClr>
              </a:solidFill>
              <a:latin typeface="Times New Roman" panose="02020603050405020304" pitchFamily="18" charset="0"/>
              <a:ea typeface="Cambria" panose="02040503050406030204" pitchFamily="18" charset="0"/>
              <a:cs typeface="Times New Roman" panose="02020603050405020304" pitchFamily="18" charset="0"/>
              <a:sym typeface="Verdana"/>
            </a:endParaRPr>
          </a:p>
          <a:p>
            <a:pPr lvl="0">
              <a:buClr>
                <a:srgbClr val="17365D"/>
              </a:buClr>
              <a:buSzPct val="100000"/>
            </a:pPr>
            <a:r>
              <a:rPr lang="en-US" sz="2000" b="1" dirty="0">
                <a:solidFill>
                  <a:schemeClr val="accent1"/>
                </a:solidFill>
                <a:latin typeface="Times New Roman" panose="02020603050405020304" pitchFamily="18" charset="0"/>
                <a:ea typeface="Cambria" panose="02040503050406030204" pitchFamily="18" charset="0"/>
                <a:cs typeface="Times New Roman" panose="02020603050405020304" pitchFamily="18" charset="0"/>
                <a:sym typeface="Verdana"/>
              </a:rPr>
              <a:t>Name of the HoD: </a:t>
            </a:r>
            <a:r>
              <a:rPr lang="en-IN" sz="2000" dirty="0">
                <a:latin typeface="Times New Roman" panose="02020603050405020304" pitchFamily="18" charset="0"/>
                <a:cs typeface="Times New Roman" panose="02020603050405020304" pitchFamily="18" charset="0"/>
              </a:rPr>
              <a:t>Dr.</a:t>
            </a:r>
            <a:r>
              <a:rPr lang="en-US" sz="2000" dirty="0">
                <a:latin typeface="Times New Roman" panose="02020603050405020304" pitchFamily="18" charset="0"/>
                <a:cs typeface="Times New Roman" panose="02020603050405020304" pitchFamily="18" charset="0"/>
              </a:rPr>
              <a:t>Blessed Prince</a:t>
            </a:r>
            <a:endParaRPr lang="en-US" sz="2000" b="1" dirty="0">
              <a:solidFill>
                <a:srgbClr val="FF0000"/>
              </a:solidFill>
              <a:latin typeface="Times New Roman" panose="02020603050405020304" pitchFamily="18" charset="0"/>
              <a:ea typeface="Cambria" panose="02040503050406030204" pitchFamily="18" charset="0"/>
              <a:cs typeface="Times New Roman" panose="02020603050405020304" pitchFamily="18" charset="0"/>
              <a:sym typeface="Verdana"/>
            </a:endParaRPr>
          </a:p>
          <a:p>
            <a:pPr lvl="0">
              <a:buClr>
                <a:srgbClr val="17365D"/>
              </a:buClr>
              <a:buSzPct val="100000"/>
            </a:pPr>
            <a:r>
              <a:rPr lang="en-US" sz="2000" b="1" i="0" u="none" strike="noStrike" cap="none" dirty="0">
                <a:solidFill>
                  <a:schemeClr val="accent1"/>
                </a:solidFill>
                <a:latin typeface="Times New Roman" panose="02020603050405020304" pitchFamily="18" charset="0"/>
                <a:ea typeface="Cambria" panose="02040503050406030204" pitchFamily="18" charset="0"/>
                <a:cs typeface="Times New Roman" panose="02020603050405020304" pitchFamily="18" charset="0"/>
                <a:sym typeface="Verdana"/>
              </a:rPr>
              <a:t>Name of the Program Project Coordinator: </a:t>
            </a:r>
            <a:r>
              <a:rPr lang="en-IN" sz="2000" dirty="0">
                <a:latin typeface="Times New Roman" panose="02020603050405020304" pitchFamily="18" charset="0"/>
                <a:cs typeface="Times New Roman" panose="02020603050405020304" pitchFamily="18" charset="0"/>
              </a:rPr>
              <a:t>Dr. </a:t>
            </a:r>
            <a:r>
              <a:rPr lang="en-US" sz="2000" dirty="0">
                <a:latin typeface="Times New Roman" panose="02020603050405020304" pitchFamily="18" charset="0"/>
                <a:cs typeface="Times New Roman" panose="02020603050405020304" pitchFamily="18" charset="0"/>
              </a:rPr>
              <a:t>Muthuraj</a:t>
            </a:r>
            <a:endParaRPr lang="en-US" sz="2000" b="1" dirty="0">
              <a:solidFill>
                <a:srgbClr val="FF0000"/>
              </a:solidFill>
              <a:latin typeface="Times New Roman" panose="02020603050405020304" pitchFamily="18" charset="0"/>
              <a:ea typeface="Cambria" panose="02040503050406030204" pitchFamily="18" charset="0"/>
              <a:cs typeface="Times New Roman" panose="02020603050405020304" pitchFamily="18" charset="0"/>
              <a:sym typeface="Verdana"/>
            </a:endParaRPr>
          </a:p>
          <a:p>
            <a:pPr lvl="0">
              <a:buClr>
                <a:srgbClr val="17365D"/>
              </a:buClr>
              <a:buSzPct val="100000"/>
            </a:pPr>
            <a:r>
              <a:rPr lang="en-US" sz="2000" b="1" dirty="0">
                <a:solidFill>
                  <a:schemeClr val="accent1"/>
                </a:solidFill>
                <a:latin typeface="Times New Roman" panose="02020603050405020304" pitchFamily="18" charset="0"/>
                <a:ea typeface="Cambria" panose="02040503050406030204" pitchFamily="18" charset="0"/>
                <a:cs typeface="Times New Roman" panose="02020603050405020304" pitchFamily="18" charset="0"/>
                <a:sym typeface="Verdana"/>
              </a:rPr>
              <a:t>Name of the School Project Coordinators: </a:t>
            </a:r>
            <a:r>
              <a:rPr lang="en-US" sz="2000" i="0" u="none" strike="noStrike" cap="none" dirty="0">
                <a:solidFill>
                  <a:schemeClr val="tx1"/>
                </a:solidFill>
                <a:latin typeface="Times New Roman" panose="02020603050405020304" pitchFamily="18" charset="0"/>
                <a:ea typeface="Cambria" panose="02040503050406030204" pitchFamily="18" charset="0"/>
                <a:cs typeface="Times New Roman" panose="02020603050405020304" pitchFamily="18" charset="0"/>
                <a:sym typeface="Verdana"/>
              </a:rPr>
              <a:t>Dr. Sampath A K , Dr. Geetha A </a:t>
            </a:r>
            <a:endParaRPr sz="2000" i="0" u="none" strike="noStrike" cap="none" dirty="0">
              <a:solidFill>
                <a:schemeClr val="tx1"/>
              </a:solidFill>
              <a:latin typeface="Times New Roman" panose="02020603050405020304" pitchFamily="18" charset="0"/>
              <a:ea typeface="Cambria" panose="02040503050406030204" pitchFamily="18" charset="0"/>
              <a:cs typeface="Times New Roman" panose="02020603050405020304" pitchFamily="18" charset="0"/>
              <a:sym typeface="Verdan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sz="2400" dirty="0">
                <a:latin typeface="Times New Roman" panose="02020603050405020304" pitchFamily="18" charset="0"/>
                <a:ea typeface="Cambria" panose="02040503050406030204" pitchFamily="18" charset="0"/>
                <a:cs typeface="Times New Roman" panose="02020603050405020304" pitchFamily="18" charset="0"/>
              </a:rPr>
              <a:t>Problem Statement Number: SHI25008</a:t>
            </a:r>
            <a:endParaRPr sz="2400" dirty="0">
              <a:latin typeface="Times New Roman" panose="02020603050405020304" pitchFamily="18" charset="0"/>
              <a:ea typeface="Cambria" panose="02040503050406030204" pitchFamily="18" charset="0"/>
              <a:cs typeface="Times New Roman" panose="02020603050405020304" pitchFamily="18" charset="0"/>
            </a:endParaRPr>
          </a:p>
        </p:txBody>
      </p:sp>
      <p:sp>
        <p:nvSpPr>
          <p:cNvPr id="97" name="Google Shape;97;p14"/>
          <p:cNvSpPr txBox="1">
            <a:spLocks noGrp="1"/>
          </p:cNvSpPr>
          <p:nvPr>
            <p:ph type="body" idx="1"/>
          </p:nvPr>
        </p:nvSpPr>
        <p:spPr>
          <a:xfrm>
            <a:off x="812800" y="1135118"/>
            <a:ext cx="10668000" cy="4130846"/>
          </a:xfrm>
          <a:prstGeom prst="rect">
            <a:avLst/>
          </a:prstGeom>
          <a:noFill/>
          <a:ln>
            <a:noFill/>
          </a:ln>
        </p:spPr>
        <p:txBody>
          <a:bodyPr spcFirstLastPara="1" wrap="square" lIns="91425" tIns="45700" rIns="91425" bIns="45700" anchor="t" anchorCtr="0">
            <a:normAutofit fontScale="70000" lnSpcReduction="20000"/>
          </a:bodyPr>
          <a:lstStyle/>
          <a:p>
            <a:pPr marL="342900" indent="-190500" algn="just">
              <a:spcBef>
                <a:spcPts val="0"/>
              </a:spcBef>
              <a:buNone/>
            </a:pPr>
            <a:r>
              <a:rPr lang="en-US" sz="2800" b="1" dirty="0">
                <a:latin typeface="Times New Roman" panose="02020603050405020304" pitchFamily="18" charset="0"/>
                <a:ea typeface="Cambria" panose="02040503050406030204" pitchFamily="18" charset="0"/>
                <a:cs typeface="Times New Roman" panose="02020603050405020304" pitchFamily="18" charset="0"/>
              </a:rPr>
              <a:t>Category</a:t>
            </a:r>
            <a:r>
              <a:rPr lang="en-US" sz="2200" b="1" dirty="0">
                <a:latin typeface="Times New Roman" panose="02020603050405020304" pitchFamily="18" charset="0"/>
                <a:ea typeface="Cambria" panose="02040503050406030204" pitchFamily="18" charset="0"/>
                <a:cs typeface="Times New Roman" panose="02020603050405020304" pitchFamily="18" charset="0"/>
              </a:rPr>
              <a:t>:  </a:t>
            </a:r>
            <a:r>
              <a:rPr lang="en-US" sz="2600" dirty="0">
                <a:latin typeface="Times New Roman" panose="02020603050405020304" pitchFamily="18" charset="0"/>
                <a:ea typeface="Cambria" panose="02040503050406030204" pitchFamily="18" charset="0"/>
                <a:cs typeface="Times New Roman" panose="02020603050405020304" pitchFamily="18" charset="0"/>
              </a:rPr>
              <a:t>Software</a:t>
            </a:r>
          </a:p>
          <a:p>
            <a:pPr marL="342900" indent="-190500" algn="just">
              <a:spcBef>
                <a:spcPts val="0"/>
              </a:spcBef>
              <a:buNone/>
            </a:pPr>
            <a:endParaRPr lang="en-US" sz="2200" b="1" dirty="0">
              <a:latin typeface="Times New Roman" panose="02020603050405020304" pitchFamily="18" charset="0"/>
              <a:ea typeface="Cambria" panose="02040503050406030204" pitchFamily="18" charset="0"/>
              <a:cs typeface="Times New Roman" panose="02020603050405020304" pitchFamily="18" charset="0"/>
            </a:endParaRPr>
          </a:p>
          <a:p>
            <a:pPr marL="342900" lvl="0" indent="-190500" algn="just">
              <a:spcBef>
                <a:spcPts val="0"/>
              </a:spcBef>
              <a:buNone/>
            </a:pPr>
            <a:r>
              <a:rPr lang="en-US" sz="2800" b="1" dirty="0">
                <a:latin typeface="Times New Roman" panose="02020603050405020304" pitchFamily="18" charset="0"/>
                <a:ea typeface="Cambria" panose="02040503050406030204" pitchFamily="18" charset="0"/>
                <a:cs typeface="Times New Roman" panose="02020603050405020304" pitchFamily="18" charset="0"/>
              </a:rPr>
              <a:t>Organization: </a:t>
            </a:r>
            <a:r>
              <a:rPr lang="en-US" sz="2600" dirty="0">
                <a:latin typeface="Times New Roman" panose="02020603050405020304" pitchFamily="18" charset="0"/>
                <a:ea typeface="Cambria" panose="02040503050406030204" pitchFamily="18" charset="0"/>
                <a:cs typeface="Times New Roman" panose="02020603050405020304" pitchFamily="18" charset="0"/>
              </a:rPr>
              <a:t>Educational Institutions (Schools &amp; colleges)</a:t>
            </a:r>
          </a:p>
          <a:p>
            <a:pPr marL="342900" lvl="0" indent="-190500" algn="just">
              <a:lnSpc>
                <a:spcPct val="200000"/>
              </a:lnSpc>
              <a:spcBef>
                <a:spcPts val="0"/>
              </a:spcBef>
              <a:buNone/>
            </a:pPr>
            <a:r>
              <a:rPr lang="en-US" sz="2800" b="1" dirty="0">
                <a:latin typeface="Times New Roman" panose="02020603050405020304" pitchFamily="18" charset="0"/>
                <a:ea typeface="Cambria" panose="02040503050406030204" pitchFamily="18" charset="0"/>
                <a:cs typeface="Times New Roman" panose="02020603050405020304" pitchFamily="18" charset="0"/>
              </a:rPr>
              <a:t>Problem Description: </a:t>
            </a:r>
            <a:r>
              <a:rPr lang="en-US" sz="2600" dirty="0">
                <a:latin typeface="Times New Roman" panose="02020603050405020304" pitchFamily="18" charset="0"/>
                <a:cs typeface="Times New Roman" panose="02020603050405020304" pitchFamily="18" charset="0"/>
              </a:rPr>
              <a:t>Natural disasters such as earthquakes, floods, fires, and cyclones cause severe damage to life and property every year. Schools and colleges often lack structured disaster preparedness education, practical training modules, and real-time guidance systems. Existing awareness programs are mostly theoretical, outdated, or conducted irregularly, leading to poor preparedness among students and staff. There is a need for a centralized, interactive, and accessible web-based system that educates students about disaster preparedness, safety protocols, and emergency response procedures in a simple and engaging manner.</a:t>
            </a:r>
            <a:endParaRPr lang="en-US" sz="2600" b="1" dirty="0">
              <a:latin typeface="Times New Roman" panose="02020603050405020304" pitchFamily="18" charset="0"/>
              <a:ea typeface="Cambria" panose="02040503050406030204" pitchFamily="18" charset="0"/>
              <a:cs typeface="Times New Roman" panose="02020603050405020304" pitchFamily="18" charset="0"/>
            </a:endParaRPr>
          </a:p>
          <a:p>
            <a:pPr marL="342900" lvl="0" indent="-190500">
              <a:lnSpc>
                <a:spcPct val="200000"/>
              </a:lnSpc>
              <a:spcBef>
                <a:spcPts val="0"/>
              </a:spcBef>
              <a:buNone/>
            </a:pPr>
            <a:endParaRPr lang="en-US" b="1" dirty="0">
              <a:latin typeface="Times New Roman" panose="02020603050405020304" pitchFamily="18" charset="0"/>
              <a:ea typeface="Cambria" panose="02040503050406030204" pitchFamily="18" charset="0"/>
              <a:cs typeface="Times New Roman" panose="02020603050405020304" pitchFamily="18" charset="0"/>
            </a:endParaRPr>
          </a:p>
        </p:txBody>
      </p:sp>
    </p:spTree>
    <p:extLst>
      <p:ext uri="{BB962C8B-B14F-4D97-AF65-F5344CB8AC3E}">
        <p14:creationId xmlns:p14="http://schemas.microsoft.com/office/powerpoint/2010/main" val="21434518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371767-F0B5-3490-CDFC-B9AE29662BB5}"/>
              </a:ext>
            </a:extLst>
          </p:cNvPr>
          <p:cNvSpPr>
            <a:spLocks noGrp="1"/>
          </p:cNvSpPr>
          <p:nvPr>
            <p:ph type="title"/>
          </p:nvPr>
        </p:nvSpPr>
        <p:spPr/>
        <p:txBody>
          <a:bodyPr/>
          <a:lstStyle/>
          <a:p>
            <a:r>
              <a:rPr lang="en-GB" sz="2400" dirty="0">
                <a:latin typeface="Times New Roman" panose="02020603050405020304" pitchFamily="18" charset="0"/>
                <a:ea typeface="Cambria" panose="02040503050406030204" pitchFamily="18" charset="0"/>
                <a:cs typeface="Times New Roman" panose="02020603050405020304" pitchFamily="18" charset="0"/>
              </a:rPr>
              <a:t>Problem Statement Number: SHI25008</a:t>
            </a:r>
            <a:endParaRPr lang="en-IN" sz="2400" dirty="0"/>
          </a:p>
        </p:txBody>
      </p:sp>
      <p:sp>
        <p:nvSpPr>
          <p:cNvPr id="3" name="Text Placeholder 2">
            <a:extLst>
              <a:ext uri="{FF2B5EF4-FFF2-40B4-BE49-F238E27FC236}">
                <a16:creationId xmlns:a16="http://schemas.microsoft.com/office/drawing/2014/main" id="{4DE33B6C-EF87-98DE-5F55-2CA787CD5275}"/>
              </a:ext>
            </a:extLst>
          </p:cNvPr>
          <p:cNvSpPr>
            <a:spLocks noGrp="1"/>
          </p:cNvSpPr>
          <p:nvPr>
            <p:ph type="body" idx="1"/>
          </p:nvPr>
        </p:nvSpPr>
        <p:spPr>
          <a:xfrm>
            <a:off x="812798" y="985063"/>
            <a:ext cx="10668001" cy="3978823"/>
          </a:xfrm>
        </p:spPr>
        <p:txBody>
          <a:bodyPr>
            <a:normAutofit/>
          </a:bodyPr>
          <a:lstStyle/>
          <a:p>
            <a:pPr marL="76200" indent="0" algn="just">
              <a:buNone/>
            </a:pPr>
            <a:r>
              <a:rPr lang="en-IN" sz="2000" b="1" dirty="0">
                <a:latin typeface="Times New Roman" panose="02020603050405020304" pitchFamily="18" charset="0"/>
                <a:cs typeface="Times New Roman" panose="02020603050405020304" pitchFamily="18" charset="0"/>
              </a:rPr>
              <a:t>Abstract</a:t>
            </a:r>
            <a:r>
              <a:rPr lang="en-IN"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a:t>
            </a:r>
          </a:p>
          <a:p>
            <a:pPr algn="just"/>
            <a:r>
              <a:rPr lang="en-US" sz="1800" dirty="0">
                <a:latin typeface="Times New Roman" panose="02020603050405020304" pitchFamily="18" charset="0"/>
                <a:cs typeface="Times New Roman" panose="02020603050405020304" pitchFamily="18" charset="0"/>
              </a:rPr>
              <a:t>This project proposes a </a:t>
            </a:r>
            <a:r>
              <a:rPr lang="en-US" sz="1800" b="1" dirty="0">
                <a:latin typeface="Times New Roman" panose="02020603050405020304" pitchFamily="18" charset="0"/>
                <a:cs typeface="Times New Roman" panose="02020603050405020304" pitchFamily="18" charset="0"/>
              </a:rPr>
              <a:t>web-based Disaster Preparedness and Response Education System</a:t>
            </a:r>
            <a:r>
              <a:rPr lang="en-US" sz="1800" dirty="0">
                <a:latin typeface="Times New Roman" panose="02020603050405020304" pitchFamily="18" charset="0"/>
                <a:cs typeface="Times New Roman" panose="02020603050405020304" pitchFamily="18" charset="0"/>
              </a:rPr>
              <a:t> to educate students on effective actions </a:t>
            </a:r>
            <a:r>
              <a:rPr lang="en-US" sz="1800" b="1" dirty="0">
                <a:latin typeface="Times New Roman" panose="02020603050405020304" pitchFamily="18" charset="0"/>
                <a:cs typeface="Times New Roman" panose="02020603050405020304" pitchFamily="18" charset="0"/>
              </a:rPr>
              <a:t>before, during, and after disasters</a:t>
            </a:r>
            <a:r>
              <a:rPr lang="en-US" sz="1800" dirty="0">
                <a:latin typeface="Times New Roman" panose="02020603050405020304" pitchFamily="18" charset="0"/>
                <a:cs typeface="Times New Roman" panose="02020603050405020304" pitchFamily="18" charset="0"/>
              </a:rPr>
              <a:t>.</a:t>
            </a:r>
            <a:endParaRPr lang="en-US" sz="1800" b="1" dirty="0">
              <a:latin typeface="Times New Roman" panose="02020603050405020304" pitchFamily="18" charset="0"/>
              <a:cs typeface="Times New Roman" panose="02020603050405020304" pitchFamily="18" charset="0"/>
            </a:endParaRPr>
          </a:p>
          <a:p>
            <a:pPr algn="just"/>
            <a:r>
              <a:rPr lang="en-US" sz="1800" dirty="0">
                <a:latin typeface="Times New Roman" panose="02020603050405020304" pitchFamily="18" charset="0"/>
                <a:cs typeface="Times New Roman" panose="02020603050405020304" pitchFamily="18" charset="0"/>
              </a:rPr>
              <a:t>The system provides </a:t>
            </a:r>
            <a:r>
              <a:rPr lang="en-US" sz="1800" b="1" dirty="0">
                <a:latin typeface="Times New Roman" panose="02020603050405020304" pitchFamily="18" charset="0"/>
                <a:cs typeface="Times New Roman" panose="02020603050405020304" pitchFamily="18" charset="0"/>
              </a:rPr>
              <a:t>interactive learning modules</a:t>
            </a:r>
            <a:r>
              <a:rPr lang="en-US" sz="1800" dirty="0">
                <a:latin typeface="Times New Roman" panose="02020603050405020304" pitchFamily="18" charset="0"/>
                <a:cs typeface="Times New Roman" panose="02020603050405020304" pitchFamily="18" charset="0"/>
              </a:rPr>
              <a:t>, preparedness checklists, and </a:t>
            </a:r>
            <a:r>
              <a:rPr lang="en-US" sz="1800" b="1" dirty="0">
                <a:latin typeface="Times New Roman" panose="02020603050405020304" pitchFamily="18" charset="0"/>
                <a:cs typeface="Times New Roman" panose="02020603050405020304" pitchFamily="18" charset="0"/>
              </a:rPr>
              <a:t>scenario-based quizzes</a:t>
            </a:r>
            <a:r>
              <a:rPr lang="en-US" sz="1800" dirty="0">
                <a:latin typeface="Times New Roman" panose="02020603050405020304" pitchFamily="18" charset="0"/>
                <a:cs typeface="Times New Roman" panose="02020603050405020304" pitchFamily="18" charset="0"/>
              </a:rPr>
              <a:t> to improve understanding and retention.</a:t>
            </a:r>
          </a:p>
          <a:p>
            <a:pPr algn="just"/>
            <a:r>
              <a:rPr lang="en-US" sz="1800" dirty="0">
                <a:latin typeface="Times New Roman" panose="02020603050405020304" pitchFamily="18" charset="0"/>
                <a:cs typeface="Times New Roman" panose="02020603050405020304" pitchFamily="18" charset="0"/>
              </a:rPr>
              <a:t>A </a:t>
            </a:r>
            <a:r>
              <a:rPr lang="en-US" sz="1800" b="1" dirty="0">
                <a:latin typeface="Times New Roman" panose="02020603050405020304" pitchFamily="18" charset="0"/>
                <a:cs typeface="Times New Roman" panose="02020603050405020304" pitchFamily="18" charset="0"/>
              </a:rPr>
              <a:t>role-based platform</a:t>
            </a:r>
            <a:r>
              <a:rPr lang="en-US" sz="1800" dirty="0">
                <a:latin typeface="Times New Roman" panose="02020603050405020304" pitchFamily="18" charset="0"/>
                <a:cs typeface="Times New Roman" panose="02020603050405020304" pitchFamily="18" charset="0"/>
              </a:rPr>
              <a:t> is designed where administrators can manage content and students can track their learning progress.</a:t>
            </a:r>
          </a:p>
          <a:p>
            <a:pPr algn="just"/>
            <a:r>
              <a:rPr lang="en-US" sz="1800" dirty="0">
                <a:latin typeface="Times New Roman" panose="02020603050405020304" pitchFamily="18" charset="0"/>
                <a:cs typeface="Times New Roman" panose="02020603050405020304" pitchFamily="18" charset="0"/>
              </a:rPr>
              <a:t>The application focuses on </a:t>
            </a:r>
            <a:r>
              <a:rPr lang="en-US" sz="1800" b="1" dirty="0">
                <a:latin typeface="Times New Roman" panose="02020603050405020304" pitchFamily="18" charset="0"/>
                <a:cs typeface="Times New Roman" panose="02020603050405020304" pitchFamily="18" charset="0"/>
              </a:rPr>
              <a:t>simple language, visual learning, and student-centric design</a:t>
            </a:r>
            <a:r>
              <a:rPr lang="en-US" sz="1800" dirty="0">
                <a:latin typeface="Times New Roman" panose="02020603050405020304" pitchFamily="18" charset="0"/>
                <a:cs typeface="Times New Roman" panose="02020603050405020304" pitchFamily="18" charset="0"/>
              </a:rPr>
              <a:t> to ensure ease of understanding.</a:t>
            </a:r>
          </a:p>
          <a:p>
            <a:pPr algn="just"/>
            <a:r>
              <a:rPr lang="en-US" sz="1800" dirty="0">
                <a:latin typeface="Times New Roman" panose="02020603050405020304" pitchFamily="18" charset="0"/>
                <a:cs typeface="Times New Roman" panose="02020603050405020304" pitchFamily="18" charset="0"/>
              </a:rPr>
              <a:t>The proposed system aims to improve disaster awareness, preparedness, and response capabilities among young learners, thereby reducing panic and improving safety during emergencies.</a:t>
            </a:r>
          </a:p>
          <a:p>
            <a:pPr algn="just"/>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558676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GB" sz="2400" dirty="0">
                <a:latin typeface="Times New Roman" panose="02020603050405020304" pitchFamily="18" charset="0"/>
                <a:ea typeface="Cambria" panose="02040503050406030204" pitchFamily="18" charset="0"/>
                <a:cs typeface="Times New Roman" panose="02020603050405020304" pitchFamily="18" charset="0"/>
              </a:rPr>
              <a:t>Problem Statement Number: SHI25008</a:t>
            </a:r>
            <a:endParaRPr sz="2400"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843574" y="1040525"/>
            <a:ext cx="10496620" cy="4037662"/>
          </a:xfrm>
          <a:prstGeom prst="rect">
            <a:avLst/>
          </a:prstGeom>
          <a:noFill/>
          <a:ln>
            <a:noFill/>
          </a:ln>
        </p:spPr>
        <p:txBody>
          <a:bodyPr spcFirstLastPara="1" wrap="square" lIns="91425" tIns="45700" rIns="91425" bIns="45700" anchor="t" anchorCtr="0">
            <a:normAutofit/>
          </a:bodyPr>
          <a:lstStyle/>
          <a:p>
            <a:pPr marL="76200" indent="0" algn="just">
              <a:buNone/>
            </a:pPr>
            <a:r>
              <a:rPr lang="en-IN" sz="2000" b="1" dirty="0">
                <a:latin typeface="Times New Roman" panose="02020603050405020304" pitchFamily="18" charset="0"/>
                <a:cs typeface="Times New Roman" panose="02020603050405020304" pitchFamily="18" charset="0"/>
              </a:rPr>
              <a:t>Objectives</a:t>
            </a:r>
            <a:r>
              <a:rPr lang="en-US" sz="2000" b="1" dirty="0">
                <a:latin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a:p>
            <a:pPr algn="just"/>
            <a:r>
              <a:rPr lang="en-US" sz="1800" dirty="0">
                <a:latin typeface="Times New Roman" panose="02020603050405020304" pitchFamily="18" charset="0"/>
                <a:cs typeface="Times New Roman" panose="02020603050405020304" pitchFamily="18" charset="0"/>
              </a:rPr>
              <a:t>To develop a digital platform for </a:t>
            </a:r>
            <a:r>
              <a:rPr lang="en-US" sz="1800" b="1" dirty="0">
                <a:latin typeface="Times New Roman" panose="02020603050405020304" pitchFamily="18" charset="0"/>
                <a:cs typeface="Times New Roman" panose="02020603050405020304" pitchFamily="18" charset="0"/>
              </a:rPr>
              <a:t>disaster preparedness and response education</a:t>
            </a:r>
            <a:r>
              <a:rPr lang="en-US" sz="1800" dirty="0">
                <a:latin typeface="Times New Roman" panose="02020603050405020304" pitchFamily="18" charset="0"/>
                <a:cs typeface="Times New Roman" panose="02020603050405020304" pitchFamily="18" charset="0"/>
              </a:rPr>
              <a:t> for school and college students.</a:t>
            </a:r>
          </a:p>
          <a:p>
            <a:pPr algn="just"/>
            <a:r>
              <a:rPr lang="en-US" sz="1800" dirty="0">
                <a:latin typeface="Times New Roman" panose="02020603050405020304" pitchFamily="18" charset="0"/>
                <a:cs typeface="Times New Roman" panose="02020603050405020304" pitchFamily="18" charset="0"/>
              </a:rPr>
              <a:t>To educate students on </a:t>
            </a:r>
            <a:r>
              <a:rPr lang="en-US" sz="1800" b="1" dirty="0">
                <a:latin typeface="Times New Roman" panose="02020603050405020304" pitchFamily="18" charset="0"/>
                <a:cs typeface="Times New Roman" panose="02020603050405020304" pitchFamily="18" charset="0"/>
              </a:rPr>
              <a:t>safety measures before, during, and after disasters</a:t>
            </a:r>
            <a:r>
              <a:rPr lang="en-US" sz="1800" dirty="0">
                <a:latin typeface="Times New Roman" panose="02020603050405020304" pitchFamily="18" charset="0"/>
                <a:cs typeface="Times New Roman" panose="02020603050405020304" pitchFamily="18" charset="0"/>
              </a:rPr>
              <a:t>.</a:t>
            </a:r>
          </a:p>
          <a:p>
            <a:pPr algn="just"/>
            <a:r>
              <a:rPr lang="en-US" sz="1800" dirty="0">
                <a:latin typeface="Times New Roman" panose="02020603050405020304" pitchFamily="18" charset="0"/>
                <a:cs typeface="Times New Roman" panose="02020603050405020304" pitchFamily="18" charset="0"/>
              </a:rPr>
              <a:t>To provide </a:t>
            </a:r>
            <a:r>
              <a:rPr lang="en-US" sz="1800" b="1" dirty="0">
                <a:latin typeface="Times New Roman" panose="02020603050405020304" pitchFamily="18" charset="0"/>
                <a:cs typeface="Times New Roman" panose="02020603050405020304" pitchFamily="18" charset="0"/>
              </a:rPr>
              <a:t>interactive learning modules and quizzes</a:t>
            </a:r>
            <a:r>
              <a:rPr lang="en-US" sz="1800" dirty="0">
                <a:latin typeface="Times New Roman" panose="02020603050405020304" pitchFamily="18" charset="0"/>
                <a:cs typeface="Times New Roman" panose="02020603050405020304" pitchFamily="18" charset="0"/>
              </a:rPr>
              <a:t> for better understanding and retention.</a:t>
            </a:r>
          </a:p>
          <a:p>
            <a:pPr algn="just"/>
            <a:r>
              <a:rPr lang="en-US" sz="1800" dirty="0">
                <a:latin typeface="Times New Roman" panose="02020603050405020304" pitchFamily="18" charset="0"/>
                <a:cs typeface="Times New Roman" panose="02020603050405020304" pitchFamily="18" charset="0"/>
              </a:rPr>
              <a:t>To improve student awareness through </a:t>
            </a:r>
            <a:r>
              <a:rPr lang="en-US" sz="1800" b="1" dirty="0">
                <a:latin typeface="Times New Roman" panose="02020603050405020304" pitchFamily="18" charset="0"/>
                <a:cs typeface="Times New Roman" panose="02020603050405020304" pitchFamily="18" charset="0"/>
              </a:rPr>
              <a:t>preparedness checklists and scenario-based learning</a:t>
            </a:r>
            <a:r>
              <a:rPr lang="en-US" sz="1800" dirty="0">
                <a:latin typeface="Times New Roman" panose="02020603050405020304" pitchFamily="18" charset="0"/>
                <a:cs typeface="Times New Roman" panose="02020603050405020304" pitchFamily="18" charset="0"/>
              </a:rPr>
              <a:t>.</a:t>
            </a:r>
          </a:p>
          <a:p>
            <a:pPr algn="just"/>
            <a:r>
              <a:rPr lang="en-US" sz="1800" dirty="0">
                <a:latin typeface="Times New Roman" panose="02020603050405020304" pitchFamily="18" charset="0"/>
                <a:cs typeface="Times New Roman" panose="02020603050405020304" pitchFamily="18" charset="0"/>
              </a:rPr>
              <a:t>To enable </a:t>
            </a:r>
            <a:r>
              <a:rPr lang="en-US" sz="1800" b="1" dirty="0">
                <a:latin typeface="Times New Roman" panose="02020603050405020304" pitchFamily="18" charset="0"/>
                <a:cs typeface="Times New Roman" panose="02020603050405020304" pitchFamily="18" charset="0"/>
              </a:rPr>
              <a:t>easy access to disaster safety information</a:t>
            </a:r>
            <a:r>
              <a:rPr lang="en-US" sz="1800" dirty="0">
                <a:latin typeface="Times New Roman" panose="02020603050405020304" pitchFamily="18" charset="0"/>
                <a:cs typeface="Times New Roman" panose="02020603050405020304" pitchFamily="18" charset="0"/>
              </a:rPr>
              <a:t> through a user-friendly interface.</a:t>
            </a:r>
          </a:p>
          <a:p>
            <a:pPr algn="just"/>
            <a:r>
              <a:rPr lang="en-US" sz="1800" dirty="0">
                <a:latin typeface="Times New Roman" panose="02020603050405020304" pitchFamily="18" charset="0"/>
                <a:cs typeface="Times New Roman" panose="02020603050405020304" pitchFamily="18" charset="0"/>
              </a:rPr>
              <a:t>To enhance overall </a:t>
            </a:r>
            <a:r>
              <a:rPr lang="en-US" sz="1800" b="1" dirty="0">
                <a:latin typeface="Times New Roman" panose="02020603050405020304" pitchFamily="18" charset="0"/>
                <a:cs typeface="Times New Roman" panose="02020603050405020304" pitchFamily="18" charset="0"/>
              </a:rPr>
              <a:t>disaster readiness and response capability</a:t>
            </a:r>
            <a:r>
              <a:rPr lang="en-US" sz="1800" dirty="0">
                <a:latin typeface="Times New Roman" panose="02020603050405020304" pitchFamily="18" charset="0"/>
                <a:cs typeface="Times New Roman" panose="02020603050405020304" pitchFamily="18" charset="0"/>
              </a:rPr>
              <a:t> among students.</a:t>
            </a:r>
          </a:p>
          <a:p>
            <a:pPr marL="76200" indent="0" algn="just">
              <a:buNone/>
            </a:pPr>
            <a:endParaRPr lang="en-US" sz="1800" b="1" dirty="0">
              <a:latin typeface="Times New Roman" panose="02020603050405020304" pitchFamily="18" charset="0"/>
              <a:ea typeface="Cambria" panose="02040503050406030204" pitchFamily="18" charset="0"/>
              <a:cs typeface="Times New Roman" panose="02020603050405020304" pitchFamily="18" charset="0"/>
            </a:endParaRPr>
          </a:p>
          <a:p>
            <a:pPr marL="76200" indent="0" algn="just">
              <a:buNone/>
            </a:pPr>
            <a:r>
              <a:rPr lang="en-US" sz="2000" b="1" dirty="0">
                <a:latin typeface="Times New Roman" panose="02020603050405020304" pitchFamily="18" charset="0"/>
                <a:ea typeface="Cambria" panose="02040503050406030204" pitchFamily="18" charset="0"/>
                <a:cs typeface="Times New Roman" panose="02020603050405020304" pitchFamily="18" charset="0"/>
              </a:rPr>
              <a:t>GitHub Link:</a:t>
            </a:r>
          </a:p>
          <a:p>
            <a:pPr marL="76200" indent="0" algn="just">
              <a:buNone/>
            </a:pPr>
            <a:r>
              <a:rPr lang="en-US" sz="1800" dirty="0">
                <a:latin typeface="Times New Roman" panose="02020603050405020304" pitchFamily="18" charset="0"/>
                <a:ea typeface="Cambria" panose="02040503050406030204" pitchFamily="18" charset="0"/>
                <a:cs typeface="Times New Roman" panose="02020603050405020304" pitchFamily="18" charset="0"/>
              </a:rPr>
              <a:t>“ </a:t>
            </a:r>
            <a:r>
              <a:rPr lang="en-US" sz="1800" dirty="0">
                <a:latin typeface="Times New Roman" panose="02020603050405020304" pitchFamily="18" charset="0"/>
                <a:ea typeface="Cambria" panose="02040503050406030204" pitchFamily="18" charset="0"/>
                <a:cs typeface="Times New Roman" panose="02020603050405020304" pitchFamily="18" charset="0"/>
                <a:hlinkClick r:id="rId3"/>
              </a:rPr>
              <a:t>https://github.com/vishnu090705/Disaster-awareness-Response-portal-</a:t>
            </a:r>
            <a:r>
              <a:rPr lang="en-US" sz="1800" dirty="0">
                <a:latin typeface="Times New Roman" panose="02020603050405020304" pitchFamily="18" charset="0"/>
                <a:ea typeface="Cambria" panose="02040503050406030204" pitchFamily="18" charset="0"/>
                <a:cs typeface="Times New Roman" panose="02020603050405020304" pitchFamily="18" charset="0"/>
              </a:rPr>
              <a:t> “</a:t>
            </a:r>
          </a:p>
          <a:p>
            <a:pPr marL="76200" indent="0" algn="just">
              <a:buNone/>
            </a:pPr>
            <a:endParaRPr lang="en-US" sz="2000" b="1" dirty="0">
              <a:latin typeface="Times New Roman" panose="02020603050405020304" pitchFamily="18" charset="0"/>
              <a:ea typeface="Cambria" panose="02040503050406030204" pitchFamily="18" charset="0"/>
              <a:cs typeface="Times New Roman" panose="02020603050405020304" pitchFamily="18" charset="0"/>
            </a:endParaRPr>
          </a:p>
          <a:p>
            <a:pPr marL="76200" indent="0" algn="just">
              <a:buNone/>
            </a:pPr>
            <a:endParaRPr lang="en-US" sz="1800" dirty="0">
              <a:latin typeface="Times New Roman" panose="02020603050405020304" pitchFamily="18" charset="0"/>
              <a:cs typeface="Times New Roman" panose="02020603050405020304" pitchFamily="18" charset="0"/>
            </a:endParaRPr>
          </a:p>
          <a:p>
            <a:pPr marL="76200" indent="0" algn="just">
              <a:buNone/>
            </a:pPr>
            <a:endParaRPr lang="en-US" sz="1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GB" sz="2400" dirty="0">
                <a:latin typeface="Times New Roman" panose="02020603050405020304" pitchFamily="18" charset="0"/>
                <a:ea typeface="Cambria" panose="02040503050406030204" pitchFamily="18" charset="0"/>
                <a:cs typeface="Times New Roman" panose="02020603050405020304" pitchFamily="18" charset="0"/>
              </a:rPr>
              <a:t>Problem Statement Number: SHI25008</a:t>
            </a:r>
            <a:endParaRPr lang="en-US" sz="2400"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725651" y="1150883"/>
            <a:ext cx="10883963" cy="4727403"/>
          </a:xfrm>
          <a:prstGeom prst="rect">
            <a:avLst/>
          </a:prstGeom>
          <a:noFill/>
          <a:ln>
            <a:noFill/>
          </a:ln>
        </p:spPr>
        <p:txBody>
          <a:bodyPr spcFirstLastPara="1" wrap="square" lIns="91425" tIns="45700" rIns="91425" bIns="45700" anchor="t" anchorCtr="0">
            <a:normAutofit/>
          </a:bodyPr>
          <a:lstStyle/>
          <a:p>
            <a:pPr marL="342900" lvl="0" indent="-190500" algn="just">
              <a:spcBef>
                <a:spcPts val="0"/>
              </a:spcBef>
              <a:buSzPct val="100000"/>
              <a:buNone/>
            </a:pPr>
            <a:r>
              <a:rPr lang="en-IN" sz="2000" b="1" dirty="0">
                <a:latin typeface="Times New Roman" panose="02020603050405020304" pitchFamily="18" charset="0"/>
                <a:cs typeface="Times New Roman" panose="02020603050405020304" pitchFamily="18" charset="0"/>
              </a:rPr>
              <a:t>Existing Methods :</a:t>
            </a:r>
          </a:p>
          <a:p>
            <a:pPr marL="495300" indent="-342900" algn="just">
              <a:spcBef>
                <a:spcPts val="0"/>
              </a:spcBef>
              <a:buSzPct val="100000"/>
            </a:pPr>
            <a:r>
              <a:rPr lang="en-US" sz="1800" dirty="0">
                <a:latin typeface="Times New Roman" panose="02020603050405020304" pitchFamily="18" charset="0"/>
                <a:cs typeface="Times New Roman" panose="02020603050405020304" pitchFamily="18" charset="0"/>
              </a:rPr>
              <a:t>Disaster information is mainly provided through </a:t>
            </a:r>
            <a:r>
              <a:rPr lang="en-US" sz="1800" b="1" dirty="0">
                <a:latin typeface="Times New Roman" panose="02020603050405020304" pitchFamily="18" charset="0"/>
                <a:cs typeface="Times New Roman" panose="02020603050405020304" pitchFamily="18" charset="0"/>
              </a:rPr>
              <a:t>government websites, PDFs, manuals, and notices</a:t>
            </a:r>
            <a:r>
              <a:rPr lang="en-US" sz="1800" dirty="0">
                <a:latin typeface="Times New Roman" panose="02020603050405020304" pitchFamily="18" charset="0"/>
                <a:cs typeface="Times New Roman" panose="02020603050405020304" pitchFamily="18" charset="0"/>
              </a:rPr>
              <a:t>.</a:t>
            </a:r>
          </a:p>
          <a:p>
            <a:pPr marL="495300" indent="-342900" algn="just">
              <a:spcBef>
                <a:spcPts val="0"/>
              </a:spcBef>
              <a:buSzPct val="100000"/>
            </a:pPr>
            <a:r>
              <a:rPr lang="en-US" sz="1800" dirty="0">
                <a:latin typeface="Times New Roman" panose="02020603050405020304" pitchFamily="18" charset="0"/>
                <a:cs typeface="Times New Roman" panose="02020603050405020304" pitchFamily="18" charset="0"/>
              </a:rPr>
              <a:t>Awareness is created through </a:t>
            </a:r>
            <a:r>
              <a:rPr lang="en-US" sz="1800" b="1" dirty="0">
                <a:latin typeface="Times New Roman" panose="02020603050405020304" pitchFamily="18" charset="0"/>
                <a:cs typeface="Times New Roman" panose="02020603050405020304" pitchFamily="18" charset="0"/>
              </a:rPr>
              <a:t>occasional workshops, drills, or seminars</a:t>
            </a:r>
            <a:r>
              <a:rPr lang="en-US" sz="1800" dirty="0">
                <a:latin typeface="Times New Roman" panose="02020603050405020304" pitchFamily="18" charset="0"/>
                <a:cs typeface="Times New Roman" panose="02020603050405020304" pitchFamily="18" charset="0"/>
              </a:rPr>
              <a:t> in schools and colleges.</a:t>
            </a:r>
          </a:p>
          <a:p>
            <a:pPr marL="495300" indent="-342900" algn="just">
              <a:spcBef>
                <a:spcPts val="0"/>
              </a:spcBef>
              <a:buSzPct val="100000"/>
            </a:pPr>
            <a:r>
              <a:rPr lang="en-US" sz="1800" dirty="0">
                <a:latin typeface="Times New Roman" panose="02020603050405020304" pitchFamily="18" charset="0"/>
                <a:cs typeface="Times New Roman" panose="02020603050405020304" pitchFamily="18" charset="0"/>
              </a:rPr>
              <a:t>Information is mostly </a:t>
            </a:r>
            <a:r>
              <a:rPr lang="en-US" sz="1800" b="1" dirty="0">
                <a:latin typeface="Times New Roman" panose="02020603050405020304" pitchFamily="18" charset="0"/>
                <a:cs typeface="Times New Roman" panose="02020603050405020304" pitchFamily="18" charset="0"/>
              </a:rPr>
              <a:t>text-based and theoretical</a:t>
            </a:r>
            <a:r>
              <a:rPr lang="en-US" sz="1800" dirty="0">
                <a:latin typeface="Times New Roman" panose="02020603050405020304" pitchFamily="18" charset="0"/>
                <a:cs typeface="Times New Roman" panose="02020603050405020304" pitchFamily="18" charset="0"/>
              </a:rPr>
              <a:t> in nature.</a:t>
            </a:r>
          </a:p>
          <a:p>
            <a:pPr marL="495300" indent="-342900" algn="just">
              <a:spcBef>
                <a:spcPts val="0"/>
              </a:spcBef>
              <a:buSzPct val="100000"/>
            </a:pPr>
            <a:r>
              <a:rPr lang="en-US" sz="1800" dirty="0">
                <a:latin typeface="Times New Roman" panose="02020603050405020304" pitchFamily="18" charset="0"/>
                <a:cs typeface="Times New Roman" panose="02020603050405020304" pitchFamily="18" charset="0"/>
              </a:rPr>
              <a:t>Training programs are usually </a:t>
            </a:r>
            <a:r>
              <a:rPr lang="en-US" sz="1800" b="1" dirty="0">
                <a:latin typeface="Times New Roman" panose="02020603050405020304" pitchFamily="18" charset="0"/>
                <a:cs typeface="Times New Roman" panose="02020603050405020304" pitchFamily="18" charset="0"/>
              </a:rPr>
              <a:t>one-time and not continuous</a:t>
            </a:r>
            <a:r>
              <a:rPr lang="en-US" sz="1800" dirty="0">
                <a:latin typeface="Times New Roman" panose="02020603050405020304" pitchFamily="18" charset="0"/>
                <a:cs typeface="Times New Roman" panose="02020603050405020304" pitchFamily="18" charset="0"/>
              </a:rPr>
              <a:t>.</a:t>
            </a:r>
          </a:p>
          <a:p>
            <a:pPr marL="495300" indent="-342900" algn="just">
              <a:spcBef>
                <a:spcPts val="0"/>
              </a:spcBef>
              <a:buSzPct val="100000"/>
            </a:pPr>
            <a:endParaRPr lang="en-US" sz="1800" dirty="0">
              <a:latin typeface="Times New Roman" panose="02020603050405020304" pitchFamily="18" charset="0"/>
              <a:cs typeface="Times New Roman" panose="02020603050405020304" pitchFamily="18" charset="0"/>
            </a:endParaRPr>
          </a:p>
          <a:p>
            <a:pPr marL="152400" indent="0" algn="just">
              <a:spcBef>
                <a:spcPts val="0"/>
              </a:spcBef>
              <a:buSzPct val="100000"/>
              <a:buNone/>
            </a:pPr>
            <a:r>
              <a:rPr lang="en-IN" sz="2000" b="1" dirty="0">
                <a:latin typeface="Times New Roman" panose="02020603050405020304" pitchFamily="18" charset="0"/>
                <a:cs typeface="Times New Roman" panose="02020603050405020304" pitchFamily="18" charset="0"/>
              </a:rPr>
              <a:t>Drawbacks of Existing Methods:</a:t>
            </a:r>
          </a:p>
          <a:p>
            <a:pPr marL="495300" indent="-342900" algn="just">
              <a:spcBef>
                <a:spcPts val="0"/>
              </a:spcBef>
              <a:buSzPct val="100000"/>
            </a:pPr>
            <a:r>
              <a:rPr lang="en-US" sz="1800" dirty="0">
                <a:latin typeface="Times New Roman" panose="02020603050405020304" pitchFamily="18" charset="0"/>
                <a:cs typeface="Times New Roman" panose="02020603050405020304" pitchFamily="18" charset="0"/>
              </a:rPr>
              <a:t>Limited accessibility and </a:t>
            </a:r>
            <a:r>
              <a:rPr lang="en-US" sz="1800" b="1" dirty="0">
                <a:latin typeface="Times New Roman" panose="02020603050405020304" pitchFamily="18" charset="0"/>
                <a:cs typeface="Times New Roman" panose="02020603050405020304" pitchFamily="18" charset="0"/>
              </a:rPr>
              <a:t>low student participation</a:t>
            </a:r>
            <a:r>
              <a:rPr lang="en-US" sz="1800" dirty="0">
                <a:latin typeface="Times New Roman" panose="02020603050405020304" pitchFamily="18" charset="0"/>
                <a:cs typeface="Times New Roman" panose="02020603050405020304" pitchFamily="18" charset="0"/>
              </a:rPr>
              <a:t>.</a:t>
            </a:r>
          </a:p>
          <a:p>
            <a:pPr marL="495300" indent="-342900" algn="just">
              <a:spcBef>
                <a:spcPts val="0"/>
              </a:spcBef>
              <a:buSzPct val="100000"/>
            </a:pPr>
            <a:r>
              <a:rPr lang="en-US" sz="1800" dirty="0">
                <a:latin typeface="Times New Roman" panose="02020603050405020304" pitchFamily="18" charset="0"/>
                <a:cs typeface="Times New Roman" panose="02020603050405020304" pitchFamily="18" charset="0"/>
              </a:rPr>
              <a:t>Lack of </a:t>
            </a:r>
            <a:r>
              <a:rPr lang="en-US" sz="1800" b="1" dirty="0">
                <a:latin typeface="Times New Roman" panose="02020603050405020304" pitchFamily="18" charset="0"/>
                <a:cs typeface="Times New Roman" panose="02020603050405020304" pitchFamily="18" charset="0"/>
              </a:rPr>
              <a:t>practice-oriented learning</a:t>
            </a:r>
            <a:r>
              <a:rPr lang="en-US" sz="1800" dirty="0">
                <a:latin typeface="Times New Roman" panose="02020603050405020304" pitchFamily="18" charset="0"/>
                <a:cs typeface="Times New Roman" panose="02020603050405020304" pitchFamily="18" charset="0"/>
              </a:rPr>
              <a:t> such as quizzes or simulations.</a:t>
            </a:r>
          </a:p>
          <a:p>
            <a:pPr marL="495300" indent="-342900" algn="just">
              <a:spcBef>
                <a:spcPts val="0"/>
              </a:spcBef>
              <a:buSzPct val="100000"/>
            </a:pPr>
            <a:r>
              <a:rPr lang="en-US" sz="1800" dirty="0">
                <a:latin typeface="Times New Roman" panose="02020603050405020304" pitchFamily="18" charset="0"/>
                <a:cs typeface="Times New Roman" panose="02020603050405020304" pitchFamily="18" charset="0"/>
              </a:rPr>
              <a:t>No system to </a:t>
            </a:r>
            <a:r>
              <a:rPr lang="en-US" sz="1800" b="1" dirty="0">
                <a:latin typeface="Times New Roman" panose="02020603050405020304" pitchFamily="18" charset="0"/>
                <a:cs typeface="Times New Roman" panose="02020603050405020304" pitchFamily="18" charset="0"/>
              </a:rPr>
              <a:t>track learning progress or preparedness level</a:t>
            </a:r>
            <a:r>
              <a:rPr lang="en-US" sz="1800" dirty="0">
                <a:latin typeface="Times New Roman" panose="02020603050405020304" pitchFamily="18" charset="0"/>
                <a:cs typeface="Times New Roman" panose="02020603050405020304" pitchFamily="18" charset="0"/>
              </a:rPr>
              <a:t> of students.</a:t>
            </a:r>
          </a:p>
          <a:p>
            <a:pPr marL="495300" indent="-342900" algn="just">
              <a:spcBef>
                <a:spcPts val="0"/>
              </a:spcBef>
              <a:buSzPct val="100000"/>
            </a:pPr>
            <a:r>
              <a:rPr lang="en-US" sz="1800" dirty="0">
                <a:latin typeface="Times New Roman" panose="02020603050405020304" pitchFamily="18" charset="0"/>
                <a:cs typeface="Times New Roman" panose="02020603050405020304" pitchFamily="18" charset="0"/>
              </a:rPr>
              <a:t>Information is often </a:t>
            </a:r>
            <a:r>
              <a:rPr lang="en-US" sz="1800" b="1" dirty="0">
                <a:latin typeface="Times New Roman" panose="02020603050405020304" pitchFamily="18" charset="0"/>
                <a:cs typeface="Times New Roman" panose="02020603050405020304" pitchFamily="18" charset="0"/>
              </a:rPr>
              <a:t>complex and hard to understand</a:t>
            </a:r>
            <a:r>
              <a:rPr lang="en-US" sz="1800" dirty="0">
                <a:latin typeface="Times New Roman" panose="02020603050405020304" pitchFamily="18" charset="0"/>
                <a:cs typeface="Times New Roman" panose="02020603050405020304" pitchFamily="18" charset="0"/>
              </a:rPr>
              <a:t> for students.</a:t>
            </a:r>
            <a:endParaRPr lang="en-IN" sz="1800" b="1" dirty="0">
              <a:latin typeface="Times New Roman" panose="02020603050405020304" pitchFamily="18" charset="0"/>
              <a:cs typeface="Times New Roman" panose="02020603050405020304" pitchFamily="18" charset="0"/>
            </a:endParaRPr>
          </a:p>
          <a:p>
            <a:pPr marL="152400" indent="0" algn="just">
              <a:spcBef>
                <a:spcPts val="0"/>
              </a:spcBef>
              <a:buSzPct val="100000"/>
              <a:buNone/>
            </a:pPr>
            <a:endParaRPr lang="en-US" sz="1800" dirty="0">
              <a:latin typeface="Times New Roman" panose="02020603050405020304" pitchFamily="18" charset="0"/>
              <a:cs typeface="Times New Roman" panose="02020603050405020304" pitchFamily="18" charset="0"/>
            </a:endParaRPr>
          </a:p>
          <a:p>
            <a:pPr marL="495300" indent="-342900" algn="just">
              <a:spcBef>
                <a:spcPts val="0"/>
              </a:spcBef>
              <a:buSzPct val="100000"/>
            </a:pPr>
            <a:endParaRPr lang="en-US" sz="2000" dirty="0">
              <a:latin typeface="Times New Roman" panose="02020603050405020304" pitchFamily="18" charset="0"/>
              <a:cs typeface="Times New Roman" panose="02020603050405020304" pitchFamily="18" charset="0"/>
            </a:endParaRPr>
          </a:p>
          <a:p>
            <a:pPr marL="152400" indent="0" algn="just">
              <a:spcBef>
                <a:spcPts val="0"/>
              </a:spcBef>
              <a:buSzPct val="100000"/>
              <a:buNone/>
            </a:pPr>
            <a:endParaRPr lang="en-US" sz="1900" dirty="0">
              <a:latin typeface="Times New Roman" panose="02020603050405020304" pitchFamily="18" charset="0"/>
              <a:ea typeface="Cambria" panose="02040503050406030204" pitchFamily="18" charset="0"/>
              <a:cs typeface="Times New Roman" panose="02020603050405020304" pitchFamily="18" charset="0"/>
            </a:endParaRPr>
          </a:p>
          <a:p>
            <a:pPr marL="152400" indent="0" algn="just">
              <a:spcBef>
                <a:spcPts val="0"/>
              </a:spcBef>
              <a:buSzPct val="100000"/>
              <a:buNone/>
            </a:pPr>
            <a:endParaRPr lang="en-US" sz="1900" dirty="0">
              <a:latin typeface="Times New Roman" panose="02020603050405020304" pitchFamily="18" charset="0"/>
              <a:ea typeface="Cambria" panose="02040503050406030204" pitchFamily="18" charset="0"/>
              <a:cs typeface="Times New Roman" panose="02020603050405020304" pitchFamily="18" charset="0"/>
            </a:endParaRPr>
          </a:p>
          <a:p>
            <a:pPr marL="152400" indent="0" algn="just">
              <a:spcBef>
                <a:spcPts val="0"/>
              </a:spcBef>
              <a:buSzPct val="100000"/>
              <a:buNone/>
            </a:pPr>
            <a:r>
              <a:rPr lang="en-US" sz="1900" dirty="0">
                <a:latin typeface="Times New Roman" panose="02020603050405020304" pitchFamily="18" charset="0"/>
                <a:ea typeface="Cambria" panose="02040503050406030204" pitchFamily="18" charset="0"/>
                <a:cs typeface="Times New Roman" panose="02020603050405020304" pitchFamily="18" charset="0"/>
              </a:rPr>
              <a:t> </a:t>
            </a:r>
            <a:endParaRPr lang="en-US" dirty="0">
              <a:latin typeface="Times New Roman" panose="02020603050405020304" pitchFamily="18" charset="0"/>
              <a:ea typeface="Cambria" panose="02040503050406030204" pitchFamily="18" charset="0"/>
              <a:cs typeface="Times New Roman" panose="020206030504050203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0308161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D62AC0-0F26-566C-FF25-C61EBAED3F48}"/>
              </a:ext>
            </a:extLst>
          </p:cNvPr>
          <p:cNvSpPr>
            <a:spLocks noGrp="1"/>
          </p:cNvSpPr>
          <p:nvPr>
            <p:ph type="title"/>
          </p:nvPr>
        </p:nvSpPr>
        <p:spPr/>
        <p:txBody>
          <a:bodyPr/>
          <a:lstStyle/>
          <a:p>
            <a:r>
              <a:rPr lang="en-GB" sz="2400" dirty="0">
                <a:latin typeface="Times New Roman" panose="02020603050405020304" pitchFamily="18" charset="0"/>
                <a:ea typeface="Cambria" panose="02040503050406030204" pitchFamily="18" charset="0"/>
                <a:cs typeface="Times New Roman" panose="02020603050405020304" pitchFamily="18" charset="0"/>
              </a:rPr>
              <a:t>Problem Statement Number: SHI25008</a:t>
            </a:r>
            <a:endParaRPr lang="en-IN" sz="2400" dirty="0"/>
          </a:p>
        </p:txBody>
      </p:sp>
      <p:sp>
        <p:nvSpPr>
          <p:cNvPr id="3" name="Text Placeholder 2">
            <a:extLst>
              <a:ext uri="{FF2B5EF4-FFF2-40B4-BE49-F238E27FC236}">
                <a16:creationId xmlns:a16="http://schemas.microsoft.com/office/drawing/2014/main" id="{3EEB4D6B-C58A-BFBA-19E5-45889D37E3CE}"/>
              </a:ext>
            </a:extLst>
          </p:cNvPr>
          <p:cNvSpPr>
            <a:spLocks noGrp="1"/>
          </p:cNvSpPr>
          <p:nvPr>
            <p:ph type="body" idx="1"/>
          </p:nvPr>
        </p:nvSpPr>
        <p:spPr>
          <a:xfrm>
            <a:off x="812800" y="1036776"/>
            <a:ext cx="10668000" cy="4123054"/>
          </a:xfrm>
        </p:spPr>
        <p:txBody>
          <a:bodyPr>
            <a:normAutofit/>
          </a:bodyPr>
          <a:lstStyle/>
          <a:p>
            <a:pPr marL="76200" indent="0" algn="just">
              <a:buNone/>
            </a:pPr>
            <a:r>
              <a:rPr lang="en-IN" sz="2000" b="1" dirty="0">
                <a:latin typeface="Times New Roman" panose="02020603050405020304" pitchFamily="18" charset="0"/>
                <a:cs typeface="Times New Roman" panose="02020603050405020304" pitchFamily="18" charset="0"/>
              </a:rPr>
              <a:t>Proposed Method</a:t>
            </a:r>
            <a:r>
              <a:rPr lang="en-US" sz="2000" b="1" dirty="0">
                <a:latin typeface="Times New Roman" panose="02020603050405020304" pitchFamily="18" charset="0"/>
                <a:cs typeface="Times New Roman" panose="02020603050405020304" pitchFamily="18" charset="0"/>
              </a:rPr>
              <a:t>:</a:t>
            </a:r>
          </a:p>
          <a:p>
            <a:pPr algn="just"/>
            <a:r>
              <a:rPr lang="en-US" sz="1800" dirty="0">
                <a:latin typeface="Times New Roman" panose="02020603050405020304" pitchFamily="18" charset="0"/>
                <a:cs typeface="Times New Roman" panose="02020603050405020304" pitchFamily="18" charset="0"/>
              </a:rPr>
              <a:t>Develop a </a:t>
            </a:r>
            <a:r>
              <a:rPr lang="en-US" sz="1800" b="1" dirty="0">
                <a:latin typeface="Times New Roman" panose="02020603050405020304" pitchFamily="18" charset="0"/>
                <a:cs typeface="Times New Roman" panose="02020603050405020304" pitchFamily="18" charset="0"/>
              </a:rPr>
              <a:t>web-based interactive disaster education system</a:t>
            </a:r>
            <a:r>
              <a:rPr lang="en-US" sz="1800" dirty="0">
                <a:latin typeface="Times New Roman" panose="02020603050405020304" pitchFamily="18" charset="0"/>
                <a:cs typeface="Times New Roman" panose="02020603050405020304" pitchFamily="18" charset="0"/>
              </a:rPr>
              <a:t> for schools and colleges.</a:t>
            </a:r>
          </a:p>
          <a:p>
            <a:pPr algn="just"/>
            <a:r>
              <a:rPr lang="en-US" sz="1800" dirty="0">
                <a:latin typeface="Times New Roman" panose="02020603050405020304" pitchFamily="18" charset="0"/>
                <a:cs typeface="Times New Roman" panose="02020603050405020304" pitchFamily="18" charset="0"/>
              </a:rPr>
              <a:t>Provide </a:t>
            </a:r>
            <a:r>
              <a:rPr lang="en-US" sz="1800" b="1" dirty="0">
                <a:latin typeface="Times New Roman" panose="02020603050405020304" pitchFamily="18" charset="0"/>
                <a:cs typeface="Times New Roman" panose="02020603050405020304" pitchFamily="18" charset="0"/>
              </a:rPr>
              <a:t>structured learning modules</a:t>
            </a:r>
            <a:r>
              <a:rPr lang="en-US" sz="1800" dirty="0">
                <a:latin typeface="Times New Roman" panose="02020603050405020304" pitchFamily="18" charset="0"/>
                <a:cs typeface="Times New Roman" panose="02020603050405020304" pitchFamily="18" charset="0"/>
              </a:rPr>
              <a:t> for different disasters, organized as </a:t>
            </a:r>
            <a:r>
              <a:rPr lang="en-US" sz="1800" i="1" dirty="0">
                <a:latin typeface="Times New Roman" panose="02020603050405020304" pitchFamily="18" charset="0"/>
                <a:cs typeface="Times New Roman" panose="02020603050405020304" pitchFamily="18" charset="0"/>
              </a:rPr>
              <a:t>Before–During–After</a:t>
            </a:r>
            <a:r>
              <a:rPr lang="en-US" sz="1800" dirty="0">
                <a:latin typeface="Times New Roman" panose="02020603050405020304" pitchFamily="18" charset="0"/>
                <a:cs typeface="Times New Roman" panose="02020603050405020304" pitchFamily="18" charset="0"/>
              </a:rPr>
              <a:t>.</a:t>
            </a:r>
          </a:p>
          <a:p>
            <a:pPr algn="just"/>
            <a:r>
              <a:rPr lang="en-US" sz="1800" dirty="0">
                <a:latin typeface="Times New Roman" panose="02020603050405020304" pitchFamily="18" charset="0"/>
                <a:cs typeface="Times New Roman" panose="02020603050405020304" pitchFamily="18" charset="0"/>
              </a:rPr>
              <a:t>Include </a:t>
            </a:r>
            <a:r>
              <a:rPr lang="en-US" sz="1800" b="1" dirty="0">
                <a:latin typeface="Times New Roman" panose="02020603050405020304" pitchFamily="18" charset="0"/>
                <a:cs typeface="Times New Roman" panose="02020603050405020304" pitchFamily="18" charset="0"/>
              </a:rPr>
              <a:t>preparedness checklists and scenario-based quizzes</a:t>
            </a:r>
            <a:r>
              <a:rPr lang="en-US" sz="1800" dirty="0">
                <a:latin typeface="Times New Roman" panose="02020603050405020304" pitchFamily="18" charset="0"/>
                <a:cs typeface="Times New Roman" panose="02020603050405020304" pitchFamily="18" charset="0"/>
              </a:rPr>
              <a:t> to reinforce learning.</a:t>
            </a:r>
          </a:p>
          <a:p>
            <a:pPr algn="just"/>
            <a:r>
              <a:rPr lang="en-US" sz="1800" dirty="0">
                <a:latin typeface="Times New Roman" panose="02020603050405020304" pitchFamily="18" charset="0"/>
                <a:cs typeface="Times New Roman" panose="02020603050405020304" pitchFamily="18" charset="0"/>
              </a:rPr>
              <a:t>Implement </a:t>
            </a:r>
            <a:r>
              <a:rPr lang="en-US" sz="1800" b="1" dirty="0">
                <a:latin typeface="Times New Roman" panose="02020603050405020304" pitchFamily="18" charset="0"/>
                <a:cs typeface="Times New Roman" panose="02020603050405020304" pitchFamily="18" charset="0"/>
              </a:rPr>
              <a:t>role-based access</a:t>
            </a:r>
            <a:r>
              <a:rPr lang="en-US" sz="1800" dirty="0">
                <a:latin typeface="Times New Roman" panose="02020603050405020304" pitchFamily="18" charset="0"/>
                <a:cs typeface="Times New Roman" panose="02020603050405020304" pitchFamily="18" charset="0"/>
              </a:rPr>
              <a:t> for students and administrators to manage and consume content.</a:t>
            </a:r>
          </a:p>
          <a:p>
            <a:pPr algn="just"/>
            <a:r>
              <a:rPr lang="en-US" sz="1800" dirty="0">
                <a:latin typeface="Times New Roman" panose="02020603050405020304" pitchFamily="18" charset="0"/>
                <a:cs typeface="Times New Roman" panose="02020603050405020304" pitchFamily="18" charset="0"/>
              </a:rPr>
              <a:t>Store and manage data securely using a </a:t>
            </a:r>
            <a:r>
              <a:rPr lang="en-US" sz="1800" b="1" dirty="0">
                <a:latin typeface="Times New Roman" panose="02020603050405020304" pitchFamily="18" charset="0"/>
                <a:cs typeface="Times New Roman" panose="02020603050405020304" pitchFamily="18" charset="0"/>
              </a:rPr>
              <a:t>backend server and database</a:t>
            </a:r>
            <a:r>
              <a:rPr lang="en-US" sz="1800" dirty="0">
                <a:latin typeface="Times New Roman" panose="02020603050405020304" pitchFamily="18" charset="0"/>
                <a:cs typeface="Times New Roman" panose="02020603050405020304" pitchFamily="18" charset="0"/>
              </a:rPr>
              <a:t>.</a:t>
            </a:r>
          </a:p>
          <a:p>
            <a:pPr marL="76200" indent="0" algn="just">
              <a:buNone/>
            </a:pPr>
            <a:endParaRPr lang="en-US" sz="1800" dirty="0">
              <a:latin typeface="Times New Roman" panose="02020603050405020304" pitchFamily="18" charset="0"/>
              <a:cs typeface="Times New Roman" panose="02020603050405020304" pitchFamily="18" charset="0"/>
            </a:endParaRPr>
          </a:p>
          <a:p>
            <a:pPr marL="76200" indent="0" algn="just">
              <a:buNone/>
            </a:pPr>
            <a:endParaRPr lang="en-US" sz="1800" b="1" dirty="0">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1DE51797-8C7B-C07C-1C05-33BB0C50E0E7}"/>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Provide </a:t>
            </a:r>
            <a:r>
              <a:rPr kumimoji="0" lang="en-US" altLang="en-US" sz="1800" b="1" i="0" u="none" strike="noStrike" cap="none" normalizeH="0" baseline="0">
                <a:ln>
                  <a:noFill/>
                </a:ln>
                <a:solidFill>
                  <a:schemeClr val="tx1"/>
                </a:solidFill>
                <a:effectLst/>
                <a:latin typeface="Arial" panose="020B0604020202020204" pitchFamily="34" charset="0"/>
              </a:rPr>
              <a:t>structured learning modules</a:t>
            </a:r>
            <a:r>
              <a:rPr kumimoji="0" lang="en-US" altLang="en-US" sz="1800" b="0" i="0" u="none" strike="noStrike" cap="none" normalizeH="0" baseline="0">
                <a:ln>
                  <a:noFill/>
                </a:ln>
                <a:solidFill>
                  <a:schemeClr val="tx1"/>
                </a:solidFill>
                <a:effectLst/>
                <a:latin typeface="Arial" panose="020B0604020202020204" pitchFamily="34" charset="0"/>
              </a:rPr>
              <a:t> for different disasters, organized as </a:t>
            </a:r>
            <a:r>
              <a:rPr kumimoji="0" lang="en-US" altLang="en-US" sz="1800" b="0" i="1" u="none" strike="noStrike" cap="none" normalizeH="0" baseline="0">
                <a:ln>
                  <a:noFill/>
                </a:ln>
                <a:solidFill>
                  <a:schemeClr val="tx1"/>
                </a:solidFill>
                <a:effectLst/>
                <a:latin typeface="Arial" panose="020B0604020202020204" pitchFamily="34" charset="0"/>
              </a:rPr>
              <a:t>Before–During–After</a:t>
            </a:r>
            <a:r>
              <a:rPr kumimoji="0" lang="en-US" altLang="en-US" sz="1800" b="0" i="0" u="none" strike="noStrike" cap="none" normalizeH="0" baseline="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9819552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8D7DF7-6D90-CCDF-4926-CF6CDE7ED8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D63BE6-FC2F-6646-3BA3-29269FAFCB44}"/>
              </a:ext>
            </a:extLst>
          </p:cNvPr>
          <p:cNvSpPr>
            <a:spLocks noGrp="1"/>
          </p:cNvSpPr>
          <p:nvPr>
            <p:ph type="title"/>
          </p:nvPr>
        </p:nvSpPr>
        <p:spPr/>
        <p:txBody>
          <a:bodyPr/>
          <a:lstStyle/>
          <a:p>
            <a:r>
              <a:rPr lang="en-GB" sz="2400" dirty="0">
                <a:latin typeface="Times New Roman" panose="02020603050405020304" pitchFamily="18" charset="0"/>
                <a:ea typeface="Cambria" panose="02040503050406030204" pitchFamily="18" charset="0"/>
                <a:cs typeface="Times New Roman" panose="02020603050405020304" pitchFamily="18" charset="0"/>
              </a:rPr>
              <a:t>Problem Statement Number: SHI25008</a:t>
            </a:r>
            <a:endParaRPr lang="en-IN" sz="2400" dirty="0"/>
          </a:p>
        </p:txBody>
      </p:sp>
      <p:sp>
        <p:nvSpPr>
          <p:cNvPr id="3" name="Text Placeholder 2">
            <a:extLst>
              <a:ext uri="{FF2B5EF4-FFF2-40B4-BE49-F238E27FC236}">
                <a16:creationId xmlns:a16="http://schemas.microsoft.com/office/drawing/2014/main" id="{99CEB35C-21D0-BBA2-83B0-4C22170F4DF2}"/>
              </a:ext>
            </a:extLst>
          </p:cNvPr>
          <p:cNvSpPr>
            <a:spLocks noGrp="1"/>
          </p:cNvSpPr>
          <p:nvPr>
            <p:ph type="body" idx="1"/>
          </p:nvPr>
        </p:nvSpPr>
        <p:spPr>
          <a:xfrm>
            <a:off x="812800" y="1036776"/>
            <a:ext cx="10668000" cy="4123054"/>
          </a:xfrm>
        </p:spPr>
        <p:txBody>
          <a:bodyPr>
            <a:normAutofit/>
          </a:bodyPr>
          <a:lstStyle/>
          <a:p>
            <a:pPr marL="76200" indent="0" algn="just">
              <a:buNone/>
            </a:pPr>
            <a:r>
              <a:rPr lang="en-IN" sz="2000" b="1" dirty="0">
                <a:latin typeface="Times New Roman" panose="02020603050405020304" pitchFamily="18" charset="0"/>
                <a:cs typeface="Times New Roman" panose="02020603050405020304" pitchFamily="18" charset="0"/>
              </a:rPr>
              <a:t>Feasibility Study</a:t>
            </a:r>
            <a:r>
              <a:rPr lang="en-US" sz="2000" b="1" dirty="0">
                <a:latin typeface="Times New Roman" panose="02020603050405020304" pitchFamily="18" charset="0"/>
                <a:cs typeface="Times New Roman" panose="02020603050405020304" pitchFamily="18" charset="0"/>
              </a:rPr>
              <a:t>:</a:t>
            </a:r>
          </a:p>
          <a:p>
            <a:pPr marL="76200" indent="0" algn="just">
              <a:buNone/>
            </a:pPr>
            <a:r>
              <a:rPr lang="en-IN" sz="2000" u="sng" dirty="0">
                <a:latin typeface="Times New Roman" panose="02020603050405020304" pitchFamily="18" charset="0"/>
                <a:cs typeface="Times New Roman" panose="02020603050405020304" pitchFamily="18" charset="0"/>
              </a:rPr>
              <a:t>Technical Feasibility</a:t>
            </a:r>
            <a:r>
              <a:rPr lang="en-US" sz="2000" u="sng" dirty="0">
                <a:latin typeface="Times New Roman" panose="02020603050405020304" pitchFamily="18" charset="0"/>
                <a:cs typeface="Times New Roman" panose="02020603050405020304" pitchFamily="18" charset="0"/>
              </a:rPr>
              <a:t>:</a:t>
            </a:r>
          </a:p>
          <a:p>
            <a:pPr algn="just"/>
            <a:r>
              <a:rPr lang="en-US" sz="1800" dirty="0">
                <a:latin typeface="Times New Roman" panose="02020603050405020304" pitchFamily="18" charset="0"/>
                <a:cs typeface="Times New Roman" panose="02020603050405020304" pitchFamily="18" charset="0"/>
              </a:rPr>
              <a:t>Uses widely available technologies such as </a:t>
            </a:r>
            <a:r>
              <a:rPr lang="en-US" sz="1800" b="1" dirty="0">
                <a:latin typeface="Times New Roman" panose="02020603050405020304" pitchFamily="18" charset="0"/>
                <a:cs typeface="Times New Roman" panose="02020603050405020304" pitchFamily="18" charset="0"/>
              </a:rPr>
              <a:t> Node.js, and MongoDB</a:t>
            </a:r>
            <a:r>
              <a:rPr lang="en-US" sz="1800" dirty="0">
                <a:latin typeface="Times New Roman" panose="02020603050405020304" pitchFamily="18" charset="0"/>
                <a:cs typeface="Times New Roman" panose="02020603050405020304" pitchFamily="18" charset="0"/>
              </a:rPr>
              <a:t>.</a:t>
            </a:r>
          </a:p>
          <a:p>
            <a:pPr algn="just"/>
            <a:r>
              <a:rPr lang="en-US" sz="1800" dirty="0">
                <a:latin typeface="Times New Roman" panose="02020603050405020304" pitchFamily="18" charset="0"/>
                <a:cs typeface="Times New Roman" panose="02020603050405020304" pitchFamily="18" charset="0"/>
              </a:rPr>
              <a:t>Can run on standard systems and web browsers without special hardware.</a:t>
            </a:r>
          </a:p>
          <a:p>
            <a:pPr marL="76200" indent="0" algn="just">
              <a:buNone/>
            </a:pPr>
            <a:r>
              <a:rPr lang="en-IN" sz="2000" u="sng" dirty="0">
                <a:latin typeface="Times New Roman" panose="02020603050405020304" pitchFamily="18" charset="0"/>
                <a:cs typeface="Times New Roman" panose="02020603050405020304" pitchFamily="18" charset="0"/>
              </a:rPr>
              <a:t>Economic Feasibility:</a:t>
            </a:r>
          </a:p>
          <a:p>
            <a:pPr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Uses </a:t>
            </a:r>
            <a:r>
              <a:rPr lang="en-US" sz="1800" b="1" dirty="0">
                <a:latin typeface="Times New Roman" panose="02020603050405020304" pitchFamily="18" charset="0"/>
                <a:cs typeface="Times New Roman" panose="02020603050405020304" pitchFamily="18" charset="0"/>
              </a:rPr>
              <a:t>open-source tools</a:t>
            </a:r>
            <a:r>
              <a:rPr lang="en-US" sz="1800" dirty="0">
                <a:latin typeface="Times New Roman" panose="02020603050405020304" pitchFamily="18" charset="0"/>
                <a:cs typeface="Times New Roman" panose="02020603050405020304" pitchFamily="18" charset="0"/>
              </a:rPr>
              <a:t>, reducing development and deployment cost.</a:t>
            </a:r>
          </a:p>
          <a:p>
            <a:pPr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Low maintenance and scalable for future expansion.</a:t>
            </a:r>
          </a:p>
          <a:p>
            <a:pPr marL="76200" indent="0" algn="just">
              <a:buNone/>
            </a:pPr>
            <a:r>
              <a:rPr lang="en-IN" sz="2000" u="sng" dirty="0">
                <a:latin typeface="Times New Roman" panose="02020603050405020304" pitchFamily="18" charset="0"/>
                <a:cs typeface="Times New Roman" panose="02020603050405020304" pitchFamily="18" charset="0"/>
              </a:rPr>
              <a:t>Operational Feasibility:</a:t>
            </a:r>
          </a:p>
          <a:p>
            <a:pPr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Easy to use by students and teachers with minimal training.</a:t>
            </a:r>
          </a:p>
          <a:p>
            <a:pPr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Can be integrated into existing school and college learning environments.</a:t>
            </a:r>
            <a:endParaRPr lang="en-IN" sz="1800" u="sng" dirty="0">
              <a:latin typeface="Times New Roman" panose="02020603050405020304" pitchFamily="18" charset="0"/>
              <a:cs typeface="Times New Roman" panose="02020603050405020304" pitchFamily="18" charset="0"/>
            </a:endParaRPr>
          </a:p>
          <a:p>
            <a:pPr marL="76200" indent="0" algn="just">
              <a:buNone/>
            </a:pPr>
            <a:endParaRPr lang="en-US" sz="2000" dirty="0">
              <a:latin typeface="Times New Roman" panose="02020603050405020304" pitchFamily="18" charset="0"/>
              <a:cs typeface="Times New Roman" panose="02020603050405020304" pitchFamily="18" charset="0"/>
            </a:endParaRPr>
          </a:p>
          <a:p>
            <a:pPr marL="76200" indent="0" algn="just">
              <a:buNone/>
            </a:pPr>
            <a:endParaRPr lang="en-US" sz="1800" dirty="0">
              <a:latin typeface="Times New Roman" panose="02020603050405020304" pitchFamily="18" charset="0"/>
              <a:cs typeface="Times New Roman" panose="02020603050405020304" pitchFamily="18" charset="0"/>
            </a:endParaRPr>
          </a:p>
          <a:p>
            <a:pPr marL="76200" indent="0" algn="just">
              <a:buNone/>
            </a:pPr>
            <a:endParaRPr lang="en-US" sz="1800" b="1" dirty="0">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A62F7F28-9F8F-2D03-31D0-EAB17F6C588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Provide </a:t>
            </a:r>
            <a:r>
              <a:rPr kumimoji="0" lang="en-US" altLang="en-US" sz="1800" b="1" i="0" u="none" strike="noStrike" cap="none" normalizeH="0" baseline="0">
                <a:ln>
                  <a:noFill/>
                </a:ln>
                <a:solidFill>
                  <a:schemeClr val="tx1"/>
                </a:solidFill>
                <a:effectLst/>
                <a:latin typeface="Arial" panose="020B0604020202020204" pitchFamily="34" charset="0"/>
              </a:rPr>
              <a:t>structured learning modules</a:t>
            </a:r>
            <a:r>
              <a:rPr kumimoji="0" lang="en-US" altLang="en-US" sz="1800" b="0" i="0" u="none" strike="noStrike" cap="none" normalizeH="0" baseline="0">
                <a:ln>
                  <a:noFill/>
                </a:ln>
                <a:solidFill>
                  <a:schemeClr val="tx1"/>
                </a:solidFill>
                <a:effectLst/>
                <a:latin typeface="Arial" panose="020B0604020202020204" pitchFamily="34" charset="0"/>
              </a:rPr>
              <a:t> for different disasters, organized as </a:t>
            </a:r>
            <a:r>
              <a:rPr kumimoji="0" lang="en-US" altLang="en-US" sz="1800" b="0" i="1" u="none" strike="noStrike" cap="none" normalizeH="0" baseline="0">
                <a:ln>
                  <a:noFill/>
                </a:ln>
                <a:solidFill>
                  <a:schemeClr val="tx1"/>
                </a:solidFill>
                <a:effectLst/>
                <a:latin typeface="Arial" panose="020B0604020202020204" pitchFamily="34" charset="0"/>
              </a:rPr>
              <a:t>Before–During–After</a:t>
            </a:r>
            <a:r>
              <a:rPr kumimoji="0" lang="en-US" altLang="en-US" sz="1800" b="0" i="0" u="none" strike="noStrike" cap="none" normalizeH="0" baseline="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4681297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3BA214-EA44-E77B-61AC-9DA93E07E0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53688B-3E0C-AFC2-A0DE-8DC72363D2E0}"/>
              </a:ext>
            </a:extLst>
          </p:cNvPr>
          <p:cNvSpPr>
            <a:spLocks noGrp="1"/>
          </p:cNvSpPr>
          <p:nvPr>
            <p:ph type="title"/>
          </p:nvPr>
        </p:nvSpPr>
        <p:spPr/>
        <p:txBody>
          <a:bodyPr/>
          <a:lstStyle/>
          <a:p>
            <a:r>
              <a:rPr lang="en-GB" sz="2400" dirty="0">
                <a:latin typeface="Times New Roman" panose="02020603050405020304" pitchFamily="18" charset="0"/>
                <a:ea typeface="Cambria" panose="02040503050406030204" pitchFamily="18" charset="0"/>
                <a:cs typeface="Times New Roman" panose="02020603050405020304" pitchFamily="18" charset="0"/>
              </a:rPr>
              <a:t>Problem Statement Number: SHI25008</a:t>
            </a:r>
            <a:endParaRPr lang="en-IN" sz="2400" dirty="0"/>
          </a:p>
        </p:txBody>
      </p:sp>
      <p:sp>
        <p:nvSpPr>
          <p:cNvPr id="3" name="Text Placeholder 2">
            <a:extLst>
              <a:ext uri="{FF2B5EF4-FFF2-40B4-BE49-F238E27FC236}">
                <a16:creationId xmlns:a16="http://schemas.microsoft.com/office/drawing/2014/main" id="{B19EDEBA-D6E2-1544-9AF3-501E9A0DDDB1}"/>
              </a:ext>
            </a:extLst>
          </p:cNvPr>
          <p:cNvSpPr>
            <a:spLocks noGrp="1"/>
          </p:cNvSpPr>
          <p:nvPr>
            <p:ph type="body" idx="1"/>
          </p:nvPr>
        </p:nvSpPr>
        <p:spPr>
          <a:xfrm>
            <a:off x="812800" y="1036776"/>
            <a:ext cx="10668000" cy="4123054"/>
          </a:xfrm>
        </p:spPr>
        <p:txBody>
          <a:bodyPr>
            <a:normAutofit/>
          </a:bodyPr>
          <a:lstStyle/>
          <a:p>
            <a:pPr marL="76200" indent="0" algn="just">
              <a:buNone/>
            </a:pPr>
            <a:r>
              <a:rPr lang="en-IN" sz="2000" b="1" dirty="0">
                <a:latin typeface="Times New Roman" panose="02020603050405020304" pitchFamily="18" charset="0"/>
                <a:cs typeface="Times New Roman" panose="02020603050405020304" pitchFamily="18" charset="0"/>
              </a:rPr>
              <a:t>Architecture Diagram</a:t>
            </a:r>
            <a:r>
              <a:rPr lang="en-US" sz="2000" b="1" dirty="0">
                <a:latin typeface="Times New Roman" panose="02020603050405020304" pitchFamily="18" charset="0"/>
                <a:cs typeface="Times New Roman" panose="02020603050405020304" pitchFamily="18" charset="0"/>
              </a:rPr>
              <a:t>:</a:t>
            </a:r>
          </a:p>
          <a:p>
            <a:pPr marL="76200" indent="0" algn="just">
              <a:buNone/>
            </a:pPr>
            <a:endParaRPr lang="en-US" sz="2000" dirty="0">
              <a:latin typeface="Times New Roman" panose="02020603050405020304" pitchFamily="18" charset="0"/>
              <a:cs typeface="Times New Roman" panose="02020603050405020304" pitchFamily="18" charset="0"/>
            </a:endParaRPr>
          </a:p>
          <a:p>
            <a:pPr marL="76200" indent="0" algn="just">
              <a:buNone/>
            </a:pPr>
            <a:endParaRPr lang="en-US" sz="1800" dirty="0">
              <a:latin typeface="Times New Roman" panose="02020603050405020304" pitchFamily="18" charset="0"/>
              <a:cs typeface="Times New Roman" panose="02020603050405020304" pitchFamily="18" charset="0"/>
            </a:endParaRPr>
          </a:p>
          <a:p>
            <a:pPr marL="76200" indent="0" algn="just">
              <a:buNone/>
            </a:pPr>
            <a:endParaRPr lang="en-US" sz="1800" b="1" dirty="0">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7C54F488-3AA2-1E22-07E5-0BCDEDBA18F7}"/>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Provide </a:t>
            </a:r>
            <a:r>
              <a:rPr kumimoji="0" lang="en-US" altLang="en-US" sz="1800" b="1" i="0" u="none" strike="noStrike" cap="none" normalizeH="0" baseline="0">
                <a:ln>
                  <a:noFill/>
                </a:ln>
                <a:solidFill>
                  <a:schemeClr val="tx1"/>
                </a:solidFill>
                <a:effectLst/>
                <a:latin typeface="Arial" panose="020B0604020202020204" pitchFamily="34" charset="0"/>
              </a:rPr>
              <a:t>structured learning modules</a:t>
            </a:r>
            <a:r>
              <a:rPr kumimoji="0" lang="en-US" altLang="en-US" sz="1800" b="0" i="0" u="none" strike="noStrike" cap="none" normalizeH="0" baseline="0">
                <a:ln>
                  <a:noFill/>
                </a:ln>
                <a:solidFill>
                  <a:schemeClr val="tx1"/>
                </a:solidFill>
                <a:effectLst/>
                <a:latin typeface="Arial" panose="020B0604020202020204" pitchFamily="34" charset="0"/>
              </a:rPr>
              <a:t> for different disasters, organized as </a:t>
            </a:r>
            <a:r>
              <a:rPr kumimoji="0" lang="en-US" altLang="en-US" sz="1800" b="0" i="1" u="none" strike="noStrike" cap="none" normalizeH="0" baseline="0">
                <a:ln>
                  <a:noFill/>
                </a:ln>
                <a:solidFill>
                  <a:schemeClr val="tx1"/>
                </a:solidFill>
                <a:effectLst/>
                <a:latin typeface="Arial" panose="020B0604020202020204" pitchFamily="34" charset="0"/>
              </a:rPr>
              <a:t>Before–During–After</a:t>
            </a:r>
            <a:r>
              <a:rPr kumimoji="0" lang="en-US" altLang="en-US" sz="1800" b="0" i="0" u="none" strike="noStrike" cap="none" normalizeH="0" baseline="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6" name="Picture 5">
            <a:extLst>
              <a:ext uri="{FF2B5EF4-FFF2-40B4-BE49-F238E27FC236}">
                <a16:creationId xmlns:a16="http://schemas.microsoft.com/office/drawing/2014/main" id="{8C6BB894-BA3F-321F-B3F2-17B5E2953F23}"/>
              </a:ext>
            </a:extLst>
          </p:cNvPr>
          <p:cNvPicPr>
            <a:picLocks noChangeAspect="1"/>
          </p:cNvPicPr>
          <p:nvPr/>
        </p:nvPicPr>
        <p:blipFill>
          <a:blip r:embed="rId2"/>
          <a:stretch>
            <a:fillRect/>
          </a:stretch>
        </p:blipFill>
        <p:spPr>
          <a:xfrm>
            <a:off x="2346325" y="1698170"/>
            <a:ext cx="7600950" cy="3886200"/>
          </a:xfrm>
          <a:prstGeom prst="rect">
            <a:avLst/>
          </a:prstGeom>
        </p:spPr>
      </p:pic>
    </p:spTree>
    <p:extLst>
      <p:ext uri="{BB962C8B-B14F-4D97-AF65-F5344CB8AC3E}">
        <p14:creationId xmlns:p14="http://schemas.microsoft.com/office/powerpoint/2010/main" val="14766395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464A4F-F78C-8191-5A7C-C4933FA9C0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15E993-85A5-0DD8-66B5-7C55065941CE}"/>
              </a:ext>
            </a:extLst>
          </p:cNvPr>
          <p:cNvSpPr>
            <a:spLocks noGrp="1"/>
          </p:cNvSpPr>
          <p:nvPr>
            <p:ph type="title"/>
          </p:nvPr>
        </p:nvSpPr>
        <p:spPr/>
        <p:txBody>
          <a:bodyPr/>
          <a:lstStyle/>
          <a:p>
            <a:r>
              <a:rPr lang="en-GB" sz="2400" dirty="0">
                <a:latin typeface="Times New Roman" panose="02020603050405020304" pitchFamily="18" charset="0"/>
                <a:ea typeface="Cambria" panose="02040503050406030204" pitchFamily="18" charset="0"/>
                <a:cs typeface="Times New Roman" panose="02020603050405020304" pitchFamily="18" charset="0"/>
              </a:rPr>
              <a:t>Problem Statement Number: SHI25008</a:t>
            </a:r>
            <a:endParaRPr lang="en-IN" sz="2400" dirty="0"/>
          </a:p>
        </p:txBody>
      </p:sp>
      <p:sp>
        <p:nvSpPr>
          <p:cNvPr id="3" name="Text Placeholder 2">
            <a:extLst>
              <a:ext uri="{FF2B5EF4-FFF2-40B4-BE49-F238E27FC236}">
                <a16:creationId xmlns:a16="http://schemas.microsoft.com/office/drawing/2014/main" id="{D49DFDA9-2A59-F016-51FF-520ABA320F18}"/>
              </a:ext>
            </a:extLst>
          </p:cNvPr>
          <p:cNvSpPr>
            <a:spLocks noGrp="1"/>
          </p:cNvSpPr>
          <p:nvPr>
            <p:ph type="body" idx="1"/>
          </p:nvPr>
        </p:nvSpPr>
        <p:spPr>
          <a:xfrm>
            <a:off x="812800" y="1036775"/>
            <a:ext cx="10668000" cy="5053923"/>
          </a:xfrm>
        </p:spPr>
        <p:txBody>
          <a:bodyPr>
            <a:normAutofit/>
          </a:bodyPr>
          <a:lstStyle/>
          <a:p>
            <a:pPr marL="76200" indent="0" algn="just">
              <a:buNone/>
            </a:pPr>
            <a:r>
              <a:rPr lang="en-IN" sz="2000" b="1" dirty="0">
                <a:latin typeface="Times New Roman" panose="02020603050405020304" pitchFamily="18" charset="0"/>
                <a:cs typeface="Times New Roman" panose="02020603050405020304" pitchFamily="18" charset="0"/>
              </a:rPr>
              <a:t>Modules</a:t>
            </a:r>
            <a:r>
              <a:rPr lang="en-US" sz="2000" b="1" dirty="0">
                <a:latin typeface="Times New Roman" panose="02020603050405020304" pitchFamily="18" charset="0"/>
                <a:cs typeface="Times New Roman" panose="02020603050405020304" pitchFamily="18" charset="0"/>
              </a:rPr>
              <a:t>:</a:t>
            </a:r>
          </a:p>
          <a:p>
            <a:pPr marL="76200" indent="0">
              <a:buNone/>
            </a:pPr>
            <a:r>
              <a:rPr lang="en-IN" sz="2000" u="sng" dirty="0">
                <a:latin typeface="Times New Roman" panose="02020603050405020304" pitchFamily="18" charset="0"/>
                <a:cs typeface="Times New Roman" panose="02020603050405020304" pitchFamily="18" charset="0"/>
              </a:rPr>
              <a:t>User Authentication Module:</a:t>
            </a:r>
          </a:p>
          <a:p>
            <a:pPr>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Handles </a:t>
            </a:r>
            <a:r>
              <a:rPr lang="en-IN" sz="1800" b="1" dirty="0">
                <a:latin typeface="Times New Roman" panose="02020603050405020304" pitchFamily="18" charset="0"/>
                <a:cs typeface="Times New Roman" panose="02020603050405020304" pitchFamily="18" charset="0"/>
              </a:rPr>
              <a:t>user registration and login</a:t>
            </a:r>
            <a:r>
              <a:rPr lang="en-IN" sz="1800" dirty="0">
                <a:latin typeface="Times New Roman" panose="02020603050405020304" pitchFamily="18" charset="0"/>
                <a:cs typeface="Times New Roman" panose="02020603050405020304" pitchFamily="18" charset="0"/>
              </a:rPr>
              <a:t>.</a:t>
            </a:r>
          </a:p>
          <a:p>
            <a:pPr>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Provides </a:t>
            </a:r>
            <a:r>
              <a:rPr lang="en-US" sz="1800" b="1" dirty="0">
                <a:latin typeface="Times New Roman" panose="02020603050405020304" pitchFamily="18" charset="0"/>
                <a:cs typeface="Times New Roman" panose="02020603050405020304" pitchFamily="18" charset="0"/>
              </a:rPr>
              <a:t>role-based access</a:t>
            </a:r>
            <a:r>
              <a:rPr lang="en-US" sz="1800" dirty="0">
                <a:latin typeface="Times New Roman" panose="02020603050405020304" pitchFamily="18" charset="0"/>
                <a:cs typeface="Times New Roman" panose="02020603050405020304" pitchFamily="18" charset="0"/>
              </a:rPr>
              <a:t> (Student / Admin).</a:t>
            </a:r>
          </a:p>
          <a:p>
            <a:pPr marL="76200" indent="0">
              <a:buNone/>
            </a:pPr>
            <a:r>
              <a:rPr lang="en-IN" sz="2000" u="sng" dirty="0">
                <a:latin typeface="Times New Roman" panose="02020603050405020304" pitchFamily="18" charset="0"/>
                <a:cs typeface="Times New Roman" panose="02020603050405020304" pitchFamily="18" charset="0"/>
              </a:rPr>
              <a:t>Disaster Learning Module:</a:t>
            </a:r>
          </a:p>
          <a:p>
            <a:pPr>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Provides educational content for different disasters (Earthquake, Flood, Fire, Cyclone).</a:t>
            </a:r>
          </a:p>
          <a:p>
            <a:pPr>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Content is structured into </a:t>
            </a:r>
            <a:r>
              <a:rPr lang="en-US" sz="1800" b="1" dirty="0">
                <a:latin typeface="Times New Roman" panose="02020603050405020304" pitchFamily="18" charset="0"/>
                <a:cs typeface="Times New Roman" panose="02020603050405020304" pitchFamily="18" charset="0"/>
              </a:rPr>
              <a:t>Before, During, and After</a:t>
            </a:r>
            <a:r>
              <a:rPr lang="en-US" sz="1800" dirty="0">
                <a:latin typeface="Times New Roman" panose="02020603050405020304" pitchFamily="18" charset="0"/>
                <a:cs typeface="Times New Roman" panose="02020603050405020304" pitchFamily="18" charset="0"/>
              </a:rPr>
              <a:t> phases.</a:t>
            </a:r>
          </a:p>
          <a:p>
            <a:pPr marL="76200" indent="0">
              <a:buNone/>
            </a:pPr>
            <a:r>
              <a:rPr lang="en-IN" sz="2000" u="sng" dirty="0">
                <a:latin typeface="Times New Roman" panose="02020603050405020304" pitchFamily="18" charset="0"/>
                <a:cs typeface="Times New Roman" panose="02020603050405020304" pitchFamily="18" charset="0"/>
              </a:rPr>
              <a:t>Quiz &amp; Assessment Module:</a:t>
            </a:r>
          </a:p>
          <a:p>
            <a:pPr>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Conducts quizzes after completion of learning modules</a:t>
            </a:r>
            <a:r>
              <a:rPr lang="en-IN" sz="1800" dirty="0">
                <a:latin typeface="Times New Roman" panose="02020603050405020304" pitchFamily="18" charset="0"/>
                <a:cs typeface="Times New Roman" panose="02020603050405020304" pitchFamily="18" charset="0"/>
              </a:rPr>
              <a:t>.</a:t>
            </a:r>
          </a:p>
          <a:p>
            <a:pPr>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Enhances understanding through scenario-based questions.</a:t>
            </a:r>
          </a:p>
          <a:p>
            <a:pPr marL="76200" indent="0">
              <a:buNone/>
            </a:pPr>
            <a:r>
              <a:rPr lang="en-IN" sz="2000" u="sng" dirty="0">
                <a:latin typeface="Times New Roman" panose="02020603050405020304" pitchFamily="18" charset="0"/>
                <a:cs typeface="Times New Roman" panose="02020603050405020304" pitchFamily="18" charset="0"/>
              </a:rPr>
              <a:t>Admin Management Module:</a:t>
            </a:r>
          </a:p>
          <a:p>
            <a:r>
              <a:rPr lang="en-US" sz="1800" dirty="0">
                <a:latin typeface="Times New Roman" panose="02020603050405020304" pitchFamily="18" charset="0"/>
                <a:cs typeface="Times New Roman" panose="02020603050405020304" pitchFamily="18" charset="0"/>
              </a:rPr>
              <a:t>Allows admins to add, update, and delete learning content.</a:t>
            </a:r>
          </a:p>
          <a:p>
            <a:r>
              <a:rPr lang="en-US" sz="1800" dirty="0">
                <a:latin typeface="Times New Roman" panose="02020603050405020304" pitchFamily="18" charset="0"/>
                <a:cs typeface="Times New Roman" panose="02020603050405020304" pitchFamily="18" charset="0"/>
              </a:rPr>
              <a:t>Manages quiz questions and preparedness steps.</a:t>
            </a:r>
          </a:p>
          <a:p>
            <a:r>
              <a:rPr lang="en-US" sz="1800" dirty="0">
                <a:latin typeface="Times New Roman" panose="02020603050405020304" pitchFamily="18" charset="0"/>
                <a:cs typeface="Times New Roman" panose="02020603050405020304" pitchFamily="18" charset="0"/>
              </a:rPr>
              <a:t>Monitors overall system usage and student participation.</a:t>
            </a:r>
            <a:endParaRPr lang="en-US" sz="1800" u="sng" dirty="0">
              <a:latin typeface="Times New Roman" panose="02020603050405020304" pitchFamily="18" charset="0"/>
              <a:cs typeface="Times New Roman" panose="02020603050405020304" pitchFamily="18" charset="0"/>
            </a:endParaRPr>
          </a:p>
          <a:p>
            <a:pPr marL="76200" indent="0" algn="just">
              <a:buNone/>
            </a:pPr>
            <a:endParaRPr lang="en-US" sz="2000" b="1" u="sng" dirty="0">
              <a:latin typeface="Times New Roman" panose="02020603050405020304" pitchFamily="18" charset="0"/>
              <a:cs typeface="Times New Roman" panose="02020603050405020304" pitchFamily="18" charset="0"/>
            </a:endParaRPr>
          </a:p>
          <a:p>
            <a:pPr marL="76200" indent="0" algn="just">
              <a:buNone/>
            </a:pPr>
            <a:endParaRPr lang="en-US" sz="2000" dirty="0">
              <a:latin typeface="Times New Roman" panose="02020603050405020304" pitchFamily="18" charset="0"/>
              <a:cs typeface="Times New Roman" panose="02020603050405020304" pitchFamily="18" charset="0"/>
            </a:endParaRPr>
          </a:p>
          <a:p>
            <a:pPr marL="76200" indent="0" algn="just">
              <a:buNone/>
            </a:pPr>
            <a:endParaRPr lang="en-US" sz="1800" dirty="0">
              <a:latin typeface="Times New Roman" panose="02020603050405020304" pitchFamily="18" charset="0"/>
              <a:cs typeface="Times New Roman" panose="02020603050405020304" pitchFamily="18" charset="0"/>
            </a:endParaRPr>
          </a:p>
          <a:p>
            <a:pPr marL="76200" indent="0" algn="just">
              <a:buNone/>
            </a:pPr>
            <a:endParaRPr lang="en-US" sz="1800" b="1" dirty="0">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D315E8CB-CAE4-47A7-4070-240F497207B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Provide </a:t>
            </a:r>
            <a:r>
              <a:rPr kumimoji="0" lang="en-US" altLang="en-US" sz="1800" b="1" i="0" u="none" strike="noStrike" cap="none" normalizeH="0" baseline="0">
                <a:ln>
                  <a:noFill/>
                </a:ln>
                <a:solidFill>
                  <a:schemeClr val="tx1"/>
                </a:solidFill>
                <a:effectLst/>
                <a:latin typeface="Arial" panose="020B0604020202020204" pitchFamily="34" charset="0"/>
              </a:rPr>
              <a:t>structured learning modules</a:t>
            </a:r>
            <a:r>
              <a:rPr kumimoji="0" lang="en-US" altLang="en-US" sz="1800" b="0" i="0" u="none" strike="noStrike" cap="none" normalizeH="0" baseline="0">
                <a:ln>
                  <a:noFill/>
                </a:ln>
                <a:solidFill>
                  <a:schemeClr val="tx1"/>
                </a:solidFill>
                <a:effectLst/>
                <a:latin typeface="Arial" panose="020B0604020202020204" pitchFamily="34" charset="0"/>
              </a:rPr>
              <a:t> for different disasters, organized as </a:t>
            </a:r>
            <a:r>
              <a:rPr kumimoji="0" lang="en-US" altLang="en-US" sz="1800" b="0" i="1" u="none" strike="noStrike" cap="none" normalizeH="0" baseline="0">
                <a:ln>
                  <a:noFill/>
                </a:ln>
                <a:solidFill>
                  <a:schemeClr val="tx1"/>
                </a:solidFill>
                <a:effectLst/>
                <a:latin typeface="Arial" panose="020B0604020202020204" pitchFamily="34" charset="0"/>
              </a:rPr>
              <a:t>Before–During–After</a:t>
            </a:r>
            <a:r>
              <a:rPr kumimoji="0" lang="en-US" altLang="en-US" sz="1800" b="0" i="0" u="none" strike="noStrike" cap="none" normalizeH="0" baseline="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0019934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C379BC-1C64-B950-A7C3-68BDD3B522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05EC53-22AD-B105-72A8-242456C3EED4}"/>
              </a:ext>
            </a:extLst>
          </p:cNvPr>
          <p:cNvSpPr>
            <a:spLocks noGrp="1"/>
          </p:cNvSpPr>
          <p:nvPr>
            <p:ph type="title"/>
          </p:nvPr>
        </p:nvSpPr>
        <p:spPr/>
        <p:txBody>
          <a:bodyPr/>
          <a:lstStyle/>
          <a:p>
            <a:r>
              <a:rPr lang="en-GB" sz="2400" dirty="0">
                <a:latin typeface="Times New Roman" panose="02020603050405020304" pitchFamily="18" charset="0"/>
                <a:ea typeface="Cambria" panose="02040503050406030204" pitchFamily="18" charset="0"/>
                <a:cs typeface="Times New Roman" panose="02020603050405020304" pitchFamily="18" charset="0"/>
              </a:rPr>
              <a:t>Problem Statement Number: SHI25008</a:t>
            </a:r>
            <a:endParaRPr lang="en-IN" sz="2400" dirty="0"/>
          </a:p>
        </p:txBody>
      </p:sp>
      <p:sp>
        <p:nvSpPr>
          <p:cNvPr id="3" name="Text Placeholder 2">
            <a:extLst>
              <a:ext uri="{FF2B5EF4-FFF2-40B4-BE49-F238E27FC236}">
                <a16:creationId xmlns:a16="http://schemas.microsoft.com/office/drawing/2014/main" id="{9763FC94-378E-5A4E-7C86-1F05BD34F155}"/>
              </a:ext>
            </a:extLst>
          </p:cNvPr>
          <p:cNvSpPr>
            <a:spLocks noGrp="1"/>
          </p:cNvSpPr>
          <p:nvPr>
            <p:ph type="body" idx="1"/>
          </p:nvPr>
        </p:nvSpPr>
        <p:spPr>
          <a:xfrm>
            <a:off x="812800" y="1036776"/>
            <a:ext cx="10668000" cy="4123054"/>
          </a:xfrm>
        </p:spPr>
        <p:txBody>
          <a:bodyPr>
            <a:normAutofit/>
          </a:bodyPr>
          <a:lstStyle/>
          <a:p>
            <a:pPr marL="76200" indent="0" algn="just">
              <a:buNone/>
            </a:pPr>
            <a:r>
              <a:rPr lang="en-IN" sz="2000" b="1" dirty="0">
                <a:latin typeface="Times New Roman" panose="02020603050405020304" pitchFamily="18" charset="0"/>
                <a:cs typeface="Times New Roman" panose="02020603050405020304" pitchFamily="18" charset="0"/>
              </a:rPr>
              <a:t>Hardware Details:</a:t>
            </a:r>
          </a:p>
          <a:p>
            <a:pPr algn="just"/>
            <a:r>
              <a:rPr lang="en-US" sz="2000" u="sng" dirty="0">
                <a:latin typeface="Times New Roman" panose="02020603050405020304" pitchFamily="18" charset="0"/>
                <a:cs typeface="Times New Roman" panose="02020603050405020304" pitchFamily="18" charset="0"/>
              </a:rPr>
              <a:t>Internet Connection:</a:t>
            </a:r>
            <a:r>
              <a:rPr lang="en-US" sz="2000"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Required for database and server access.</a:t>
            </a:r>
          </a:p>
          <a:p>
            <a:pPr marL="76200" indent="0" algn="just">
              <a:buNone/>
            </a:pPr>
            <a:r>
              <a:rPr lang="en-IN" sz="2000" b="1" dirty="0">
                <a:latin typeface="Times New Roman" panose="02020603050405020304" pitchFamily="18" charset="0"/>
                <a:cs typeface="Times New Roman" panose="02020603050405020304" pitchFamily="18" charset="0"/>
              </a:rPr>
              <a:t>Software Details:</a:t>
            </a:r>
          </a:p>
          <a:p>
            <a:pPr algn="just"/>
            <a:r>
              <a:rPr lang="en-IN" sz="2000" u="sng" dirty="0">
                <a:latin typeface="Times New Roman" panose="02020603050405020304" pitchFamily="18" charset="0"/>
                <a:cs typeface="Times New Roman" panose="02020603050405020304" pitchFamily="18" charset="0"/>
              </a:rPr>
              <a:t>Frontend:</a:t>
            </a:r>
            <a:r>
              <a:rPr lang="en-IN" sz="1800" b="1" dirty="0">
                <a:latin typeface="Times New Roman" panose="02020603050405020304" pitchFamily="18" charset="0"/>
                <a:cs typeface="Times New Roman" panose="02020603050405020304" pitchFamily="18" charset="0"/>
              </a:rPr>
              <a:t> </a:t>
            </a:r>
            <a:r>
              <a:rPr lang="en-IN" sz="1800" dirty="0">
                <a:latin typeface="Times New Roman" panose="02020603050405020304" pitchFamily="18" charset="0"/>
                <a:cs typeface="Times New Roman" panose="02020603050405020304" pitchFamily="18" charset="0"/>
              </a:rPr>
              <a:t>HTML5, CSS3, JavaScript</a:t>
            </a:r>
          </a:p>
          <a:p>
            <a:pPr algn="just"/>
            <a:r>
              <a:rPr lang="en-IN" sz="2000" u="sng" dirty="0">
                <a:latin typeface="Times New Roman" panose="02020603050405020304" pitchFamily="18" charset="0"/>
                <a:cs typeface="Times New Roman" panose="02020603050405020304" pitchFamily="18" charset="0"/>
              </a:rPr>
              <a:t>Backend</a:t>
            </a:r>
            <a:r>
              <a:rPr lang="en-IN" sz="2000" u="sng">
                <a:latin typeface="Times New Roman" panose="02020603050405020304" pitchFamily="18" charset="0"/>
                <a:cs typeface="Times New Roman" panose="02020603050405020304" pitchFamily="18" charset="0"/>
              </a:rPr>
              <a:t>:</a:t>
            </a:r>
            <a:r>
              <a:rPr lang="en-IN" sz="2000">
                <a:latin typeface="Times New Roman" panose="02020603050405020304" pitchFamily="18" charset="0"/>
                <a:cs typeface="Times New Roman" panose="02020603050405020304" pitchFamily="18" charset="0"/>
              </a:rPr>
              <a:t> </a:t>
            </a:r>
            <a:r>
              <a:rPr lang="en-IN" sz="1800">
                <a:latin typeface="Times New Roman" panose="02020603050405020304" pitchFamily="18" charset="0"/>
                <a:cs typeface="Times New Roman" panose="02020603050405020304" pitchFamily="18" charset="0"/>
              </a:rPr>
              <a:t>Java 17, Spring Boot 3.2</a:t>
            </a:r>
            <a:endParaRPr lang="en-IN" sz="1800" dirty="0">
              <a:latin typeface="Times New Roman" panose="02020603050405020304" pitchFamily="18" charset="0"/>
              <a:cs typeface="Times New Roman" panose="02020603050405020304" pitchFamily="18" charset="0"/>
            </a:endParaRPr>
          </a:p>
          <a:p>
            <a:pPr algn="just"/>
            <a:r>
              <a:rPr lang="en-IN" sz="2000" u="sng" dirty="0">
                <a:latin typeface="Times New Roman" panose="02020603050405020304" pitchFamily="18" charset="0"/>
                <a:cs typeface="Times New Roman" panose="02020603050405020304" pitchFamily="18" charset="0"/>
              </a:rPr>
              <a:t>Database:</a:t>
            </a:r>
            <a:r>
              <a:rPr lang="en-IN" sz="2000" b="1" dirty="0">
                <a:latin typeface="Times New Roman" panose="02020603050405020304" pitchFamily="18" charset="0"/>
                <a:cs typeface="Times New Roman" panose="02020603050405020304" pitchFamily="18" charset="0"/>
              </a:rPr>
              <a:t> </a:t>
            </a:r>
            <a:r>
              <a:rPr lang="en-IN" sz="1800" dirty="0">
                <a:latin typeface="Times New Roman" panose="02020603050405020304" pitchFamily="18" charset="0"/>
                <a:cs typeface="Times New Roman" panose="02020603050405020304" pitchFamily="18" charset="0"/>
              </a:rPr>
              <a:t>MongoDB</a:t>
            </a:r>
          </a:p>
          <a:p>
            <a:pPr algn="just"/>
            <a:r>
              <a:rPr lang="en-IN" sz="2000" u="sng" dirty="0">
                <a:latin typeface="Times New Roman" panose="02020603050405020304" pitchFamily="18" charset="0"/>
                <a:cs typeface="Times New Roman" panose="02020603050405020304" pitchFamily="18" charset="0"/>
              </a:rPr>
              <a:t>Tools &amp; Platforms:</a:t>
            </a:r>
            <a:r>
              <a:rPr lang="en-IN" sz="2000" dirty="0">
                <a:latin typeface="Times New Roman" panose="02020603050405020304" pitchFamily="18" charset="0"/>
                <a:cs typeface="Times New Roman" panose="02020603050405020304" pitchFamily="18" charset="0"/>
              </a:rPr>
              <a:t> </a:t>
            </a:r>
            <a:r>
              <a:rPr lang="en-IN" sz="1800" dirty="0">
                <a:latin typeface="Times New Roman" panose="02020603050405020304" pitchFamily="18" charset="0"/>
                <a:cs typeface="Times New Roman" panose="02020603050405020304" pitchFamily="18" charset="0"/>
              </a:rPr>
              <a:t>Visual </a:t>
            </a:r>
            <a:r>
              <a:rPr lang="en-IN" sz="1800" dirty="0" err="1">
                <a:latin typeface="Times New Roman" panose="02020603050405020304" pitchFamily="18" charset="0"/>
                <a:cs typeface="Times New Roman" panose="02020603050405020304" pitchFamily="18" charset="0"/>
              </a:rPr>
              <a:t>Studio,Git&amp;Git-Hub</a:t>
            </a:r>
            <a:endParaRPr lang="en-IN" sz="1800" dirty="0">
              <a:latin typeface="Times New Roman" panose="02020603050405020304" pitchFamily="18" charset="0"/>
              <a:cs typeface="Times New Roman" panose="02020603050405020304" pitchFamily="18" charset="0"/>
            </a:endParaRPr>
          </a:p>
          <a:p>
            <a:pPr marL="76200" indent="0" algn="just">
              <a:buNone/>
            </a:pPr>
            <a:endParaRPr lang="en-US" sz="2000" b="1" dirty="0">
              <a:latin typeface="Times New Roman" panose="02020603050405020304" pitchFamily="18" charset="0"/>
              <a:cs typeface="Times New Roman" panose="02020603050405020304" pitchFamily="18" charset="0"/>
            </a:endParaRPr>
          </a:p>
          <a:p>
            <a:pPr marL="76200" indent="0" algn="just">
              <a:buNone/>
            </a:pPr>
            <a:endParaRPr lang="en-US" sz="1800" dirty="0">
              <a:latin typeface="Times New Roman" panose="02020603050405020304" pitchFamily="18" charset="0"/>
              <a:cs typeface="Times New Roman" panose="02020603050405020304" pitchFamily="18" charset="0"/>
            </a:endParaRPr>
          </a:p>
          <a:p>
            <a:pPr marL="76200" indent="0" algn="just">
              <a:buNone/>
            </a:pPr>
            <a:endParaRPr lang="en-US" sz="1800" b="1" dirty="0">
              <a:latin typeface="Times New Roman" panose="02020603050405020304" pitchFamily="18" charset="0"/>
              <a:cs typeface="Times New Roman" panose="02020603050405020304" pitchFamily="18" charset="0"/>
            </a:endParaRPr>
          </a:p>
        </p:txBody>
      </p:sp>
      <p:sp>
        <p:nvSpPr>
          <p:cNvPr id="5" name="Rectangle 1">
            <a:extLst>
              <a:ext uri="{FF2B5EF4-FFF2-40B4-BE49-F238E27FC236}">
                <a16:creationId xmlns:a16="http://schemas.microsoft.com/office/drawing/2014/main" id="{70A7C534-F56E-80FB-3AF4-8618ECA8B151}"/>
              </a:ext>
            </a:extLst>
          </p:cNvPr>
          <p:cNvSpPr>
            <a:spLocks noChangeArrowheads="1"/>
          </p:cNvSpPr>
          <p:nvPr/>
        </p:nvSpPr>
        <p:spPr bwMode="auto">
          <a:xfrm>
            <a:off x="152400" y="-322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8" name="Rectangle 3">
            <a:extLst>
              <a:ext uri="{FF2B5EF4-FFF2-40B4-BE49-F238E27FC236}">
                <a16:creationId xmlns:a16="http://schemas.microsoft.com/office/drawing/2014/main" id="{96F67812-866B-A262-0A16-D1F16B0730ED}"/>
              </a:ext>
            </a:extLst>
          </p:cNvPr>
          <p:cNvSpPr>
            <a:spLocks noChangeArrowheads="1"/>
          </p:cNvSpPr>
          <p:nvPr/>
        </p:nvSpPr>
        <p:spPr bwMode="auto">
          <a:xfrm>
            <a:off x="152400" y="-322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0" name="Rectangle 5">
            <a:extLst>
              <a:ext uri="{FF2B5EF4-FFF2-40B4-BE49-F238E27FC236}">
                <a16:creationId xmlns:a16="http://schemas.microsoft.com/office/drawing/2014/main" id="{772C8FA3-1A53-9CA0-5E45-717E4E9AADD0}"/>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Visual Studio Code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388763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GB" sz="2400" dirty="0">
                <a:latin typeface="Times New Roman" panose="02020603050405020304" pitchFamily="18" charset="0"/>
                <a:ea typeface="Cambria" panose="02040503050406030204" pitchFamily="18" charset="0"/>
                <a:cs typeface="Times New Roman" panose="02020603050405020304" pitchFamily="18" charset="0"/>
              </a:rPr>
              <a:t>Problem Statement Number: SHI25008</a:t>
            </a:r>
            <a:endParaRPr lang="en-US" sz="2400"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762000" y="762138"/>
            <a:ext cx="10769600" cy="5334000"/>
          </a:xfrm>
          <a:prstGeom prst="rect">
            <a:avLst/>
          </a:prstGeom>
          <a:noFill/>
          <a:ln>
            <a:noFill/>
          </a:ln>
        </p:spPr>
        <p:txBody>
          <a:bodyPr spcFirstLastPara="1" wrap="square" lIns="91425" tIns="45700" rIns="91425" bIns="45700" anchor="t" anchorCtr="0">
            <a:normAutofit/>
          </a:bodyPr>
          <a:lstStyle/>
          <a:p>
            <a:pPr marL="342900" lvl="0" indent="-190500" algn="just">
              <a:lnSpc>
                <a:spcPct val="200000"/>
              </a:lnSpc>
              <a:spcBef>
                <a:spcPts val="0"/>
              </a:spcBef>
              <a:buSzPct val="100000"/>
              <a:buNone/>
            </a:pPr>
            <a:r>
              <a:rPr lang="en-US" sz="2200" b="1" dirty="0">
                <a:latin typeface="Times New Roman" panose="02020603050405020304" pitchFamily="18" charset="0"/>
                <a:ea typeface="Cambria" panose="02040503050406030204" pitchFamily="18" charset="0"/>
                <a:cs typeface="Times New Roman" panose="02020603050405020304" pitchFamily="18" charset="0"/>
              </a:rPr>
              <a:t>Timeline of the project(Gantt Chart):</a:t>
            </a:r>
          </a:p>
          <a:p>
            <a:pPr marL="342900" lvl="0" indent="-190500" algn="just">
              <a:lnSpc>
                <a:spcPct val="200000"/>
              </a:lnSpc>
              <a:spcBef>
                <a:spcPts val="0"/>
              </a:spcBef>
              <a:buSzPct val="100000"/>
              <a:buNone/>
            </a:pPr>
            <a:endParaRPr lang="en-US" sz="3100" b="1" dirty="0">
              <a:latin typeface="Times New Roman" panose="02020603050405020304" pitchFamily="18" charset="0"/>
              <a:ea typeface="Cambria" panose="02040503050406030204" pitchFamily="18" charset="0"/>
              <a:cs typeface="Times New Roman" panose="02020603050405020304" pitchFamily="18" charset="0"/>
            </a:endParaRPr>
          </a:p>
          <a:p>
            <a:pPr marL="152400" indent="0" algn="just">
              <a:lnSpc>
                <a:spcPct val="200000"/>
              </a:lnSpc>
              <a:spcBef>
                <a:spcPts val="0"/>
              </a:spcBef>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pic>
        <p:nvPicPr>
          <p:cNvPr id="5" name="Picture 4">
            <a:extLst>
              <a:ext uri="{FF2B5EF4-FFF2-40B4-BE49-F238E27FC236}">
                <a16:creationId xmlns:a16="http://schemas.microsoft.com/office/drawing/2014/main" id="{AB05C0EE-F72B-159A-CBE3-0CF1492F38B7}"/>
              </a:ext>
            </a:extLst>
          </p:cNvPr>
          <p:cNvPicPr>
            <a:picLocks noChangeAspect="1"/>
          </p:cNvPicPr>
          <p:nvPr/>
        </p:nvPicPr>
        <p:blipFill>
          <a:blip r:embed="rId3"/>
          <a:stretch>
            <a:fillRect/>
          </a:stretch>
        </p:blipFill>
        <p:spPr>
          <a:xfrm>
            <a:off x="1016876" y="1513490"/>
            <a:ext cx="10034752" cy="4477407"/>
          </a:xfrm>
          <a:prstGeom prst="rect">
            <a:avLst/>
          </a:prstGeom>
        </p:spPr>
      </p:pic>
    </p:spTree>
    <p:extLst>
      <p:ext uri="{BB962C8B-B14F-4D97-AF65-F5344CB8AC3E}">
        <p14:creationId xmlns:p14="http://schemas.microsoft.com/office/powerpoint/2010/main" val="33388325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2"/>
          <p:cNvSpPr txBox="1">
            <a:spLocks noGrp="1"/>
          </p:cNvSpPr>
          <p:nvPr>
            <p:ph type="title"/>
          </p:nvPr>
        </p:nvSpPr>
        <p:spPr>
          <a:xfrm>
            <a:off x="930716" y="355956"/>
            <a:ext cx="10668000" cy="487500"/>
          </a:xfrm>
          <a:prstGeom prst="rect">
            <a:avLst/>
          </a:prstGeom>
          <a:noFill/>
          <a:ln>
            <a:noFill/>
          </a:ln>
        </p:spPr>
        <p:txBody>
          <a:bodyPr spcFirstLastPara="1" wrap="square" lIns="91425" tIns="45700" rIns="91425" bIns="45700" anchor="ctr" anchorCtr="0">
            <a:noAutofit/>
          </a:bodyPr>
          <a:lstStyle/>
          <a:p>
            <a:r>
              <a:rPr lang="en-GB" sz="2400" dirty="0">
                <a:latin typeface="Times New Roman" panose="02020603050405020304" pitchFamily="18" charset="0"/>
                <a:ea typeface="Cambria" panose="02040503050406030204" pitchFamily="18" charset="0"/>
                <a:cs typeface="Times New Roman" panose="02020603050405020304" pitchFamily="18" charset="0"/>
              </a:rPr>
              <a:t>Problem Statement Number: SHI25008</a:t>
            </a:r>
            <a:endParaRPr sz="2400" dirty="0"/>
          </a:p>
        </p:txBody>
      </p:sp>
      <p:sp>
        <p:nvSpPr>
          <p:cNvPr id="145" name="Google Shape;145;p22"/>
          <p:cNvSpPr txBox="1">
            <a:spLocks noGrp="1"/>
          </p:cNvSpPr>
          <p:nvPr>
            <p:ph type="body" idx="1"/>
          </p:nvPr>
        </p:nvSpPr>
        <p:spPr>
          <a:xfrm>
            <a:off x="812798" y="1073425"/>
            <a:ext cx="10668001" cy="4603806"/>
          </a:xfrm>
          <a:prstGeom prst="rect">
            <a:avLst/>
          </a:prstGeom>
          <a:noFill/>
          <a:ln>
            <a:noFill/>
          </a:ln>
        </p:spPr>
        <p:txBody>
          <a:bodyPr spcFirstLastPara="1" wrap="square" lIns="91425" tIns="45700" rIns="91425" bIns="45700" anchor="t" anchorCtr="0">
            <a:normAutofit/>
          </a:bodyPr>
          <a:lstStyle/>
          <a:p>
            <a:pPr marL="152400" indent="0" algn="just">
              <a:spcBef>
                <a:spcPts val="0"/>
              </a:spcBef>
              <a:buNone/>
            </a:pPr>
            <a:r>
              <a:rPr lang="en-US" sz="2000" b="1" dirty="0">
                <a:latin typeface="Times New Roman" panose="02020603050405020304" pitchFamily="18" charset="0"/>
                <a:ea typeface="Cambria" panose="02040503050406030204" pitchFamily="18" charset="0"/>
                <a:cs typeface="Times New Roman" panose="02020603050405020304" pitchFamily="18" charset="0"/>
              </a:rPr>
              <a:t>References:</a:t>
            </a:r>
          </a:p>
          <a:p>
            <a:pPr marL="152400" indent="0">
              <a:spcBef>
                <a:spcPts val="0"/>
              </a:spcBef>
              <a:buNone/>
            </a:pPr>
            <a:r>
              <a:rPr lang="en-US" sz="1800" cap="small" dirty="0">
                <a:latin typeface="Times New Roman" panose="02020603050405020304" pitchFamily="18" charset="0"/>
                <a:cs typeface="Times New Roman" panose="02020603050405020304" pitchFamily="18" charset="0"/>
              </a:rPr>
              <a:t>[1]National Disaster Management Authority (NDMA), National Disaster Management Guidelines, Government of India, New Delhi, India, 2019. [Online]. Available: </a:t>
            </a:r>
            <a:r>
              <a:rPr lang="en-US" sz="1800" u="sng" cap="small" dirty="0">
                <a:latin typeface="Times New Roman" panose="02020603050405020304" pitchFamily="18" charset="0"/>
                <a:cs typeface="Times New Roman" panose="02020603050405020304" pitchFamily="18" charset="0"/>
                <a:hlinkClick r:id="rId3"/>
              </a:rPr>
              <a:t>https://ndma.gov.in</a:t>
            </a:r>
            <a:endParaRPr lang="en-IN" sz="1800" cap="small" dirty="0">
              <a:latin typeface="Times New Roman" panose="02020603050405020304" pitchFamily="18" charset="0"/>
              <a:cs typeface="Times New Roman" panose="02020603050405020304" pitchFamily="18" charset="0"/>
            </a:endParaRPr>
          </a:p>
          <a:p>
            <a:pPr marL="152400" indent="0">
              <a:spcBef>
                <a:spcPts val="0"/>
              </a:spcBef>
              <a:buNone/>
            </a:pPr>
            <a:endParaRPr lang="en-US" sz="1800" dirty="0">
              <a:latin typeface="Times New Roman" panose="02020603050405020304" pitchFamily="18" charset="0"/>
              <a:cs typeface="Times New Roman" panose="02020603050405020304" pitchFamily="18" charset="0"/>
            </a:endParaRPr>
          </a:p>
          <a:p>
            <a:pPr marL="152400" indent="0">
              <a:spcBef>
                <a:spcPts val="0"/>
              </a:spcBef>
              <a:buNone/>
            </a:pPr>
            <a:r>
              <a:rPr lang="en-US" sz="1800" dirty="0">
                <a:latin typeface="Times New Roman" panose="02020603050405020304" pitchFamily="18" charset="0"/>
                <a:ea typeface="Cambria" panose="02040503050406030204" pitchFamily="18" charset="0"/>
                <a:cs typeface="Times New Roman" panose="02020603050405020304" pitchFamily="18" charset="0"/>
              </a:rPr>
              <a:t>[2] </a:t>
            </a:r>
            <a:r>
              <a:rPr lang="en-US" sz="1800" dirty="0">
                <a:latin typeface="Times New Roman" panose="02020603050405020304" pitchFamily="18" charset="0"/>
                <a:cs typeface="Times New Roman" panose="02020603050405020304" pitchFamily="18" charset="0"/>
              </a:rPr>
              <a:t>United Nations Office for Disaster Risk Reduction (UNDRR), Sendai Framework for Disaster Risk Reduction 2015–2030, United Nations, Geneva, Switzerland, 2015. [Online]. Available: </a:t>
            </a:r>
            <a:r>
              <a:rPr lang="en-US" sz="1800" u="sng" dirty="0">
                <a:latin typeface="Times New Roman" panose="02020603050405020304" pitchFamily="18" charset="0"/>
                <a:cs typeface="Times New Roman" panose="02020603050405020304" pitchFamily="18" charset="0"/>
                <a:hlinkClick r:id="rId4"/>
              </a:rPr>
              <a:t>https://www.undrr.org</a:t>
            </a:r>
            <a:endParaRPr lang="en-US" sz="1800" u="sng" dirty="0">
              <a:latin typeface="Times New Roman" panose="02020603050405020304" pitchFamily="18" charset="0"/>
              <a:cs typeface="Times New Roman" panose="02020603050405020304" pitchFamily="18" charset="0"/>
            </a:endParaRPr>
          </a:p>
          <a:p>
            <a:pPr marL="152400" indent="0">
              <a:spcBef>
                <a:spcPts val="0"/>
              </a:spcBef>
              <a:buNone/>
            </a:pPr>
            <a:endParaRPr lang="en-US" sz="1800" dirty="0">
              <a:latin typeface="Times New Roman" panose="02020603050405020304" pitchFamily="18" charset="0"/>
              <a:cs typeface="Times New Roman" panose="02020603050405020304" pitchFamily="18" charset="0"/>
            </a:endParaRPr>
          </a:p>
          <a:p>
            <a:pPr marL="152400" indent="0">
              <a:spcBef>
                <a:spcPts val="0"/>
              </a:spcBef>
              <a:buNone/>
            </a:pPr>
            <a:r>
              <a:rPr lang="en-US" sz="1800" dirty="0">
                <a:latin typeface="Times New Roman" panose="02020603050405020304" pitchFamily="18" charset="0"/>
                <a:ea typeface="Cambria" panose="02040503050406030204" pitchFamily="18" charset="0"/>
                <a:cs typeface="Times New Roman" panose="02020603050405020304" pitchFamily="18" charset="0"/>
              </a:rPr>
              <a:t>[3] </a:t>
            </a:r>
            <a:r>
              <a:rPr lang="en-US" sz="1800" dirty="0">
                <a:latin typeface="Times New Roman" panose="02020603050405020304" pitchFamily="18" charset="0"/>
                <a:cs typeface="Times New Roman" panose="02020603050405020304" pitchFamily="18" charset="0"/>
              </a:rPr>
              <a:t>Ready.gov, Emergency Preparedness and Response Guidelines, U.S. Department of Homeland Security, Washington, DC, USA, 2023. [Online]. Available: </a:t>
            </a:r>
            <a:r>
              <a:rPr lang="en-US" sz="1800" u="sng" dirty="0">
                <a:latin typeface="Times New Roman" panose="02020603050405020304" pitchFamily="18" charset="0"/>
                <a:cs typeface="Times New Roman" panose="02020603050405020304" pitchFamily="18" charset="0"/>
                <a:hlinkClick r:id="rId5"/>
              </a:rPr>
              <a:t>https://www.ready.gov</a:t>
            </a:r>
            <a:r>
              <a:rPr lang="en-US" sz="1800" dirty="0">
                <a:latin typeface="Times New Roman" panose="02020603050405020304" pitchFamily="18" charset="0"/>
                <a:cs typeface="Times New Roman" panose="02020603050405020304" pitchFamily="18" charset="0"/>
              </a:rPr>
              <a:t> </a:t>
            </a:r>
          </a:p>
          <a:p>
            <a:pPr marL="152400" indent="0">
              <a:spcBef>
                <a:spcPts val="0"/>
              </a:spcBef>
              <a:buNone/>
            </a:pPr>
            <a:endParaRPr lang="en-US" sz="1800" dirty="0">
              <a:latin typeface="Times New Roman" panose="02020603050405020304" pitchFamily="18" charset="0"/>
              <a:cs typeface="Times New Roman" panose="02020603050405020304" pitchFamily="18" charset="0"/>
            </a:endParaRPr>
          </a:p>
          <a:p>
            <a:pPr marL="152400" indent="0">
              <a:spcBef>
                <a:spcPts val="0"/>
              </a:spcBef>
              <a:buNone/>
            </a:pPr>
            <a:r>
              <a:rPr lang="en-US" sz="1800" dirty="0">
                <a:latin typeface="Times New Roman" panose="02020603050405020304" pitchFamily="18" charset="0"/>
                <a:ea typeface="Cambria" panose="02040503050406030204" pitchFamily="18" charset="0"/>
                <a:cs typeface="Times New Roman" panose="02020603050405020304" pitchFamily="18" charset="0"/>
              </a:rPr>
              <a:t>[4] </a:t>
            </a:r>
            <a:r>
              <a:rPr lang="en-US" sz="1800" dirty="0">
                <a:latin typeface="Times New Roman" panose="02020603050405020304" pitchFamily="18" charset="0"/>
                <a:cs typeface="Times New Roman" panose="02020603050405020304" pitchFamily="18" charset="0"/>
              </a:rPr>
              <a:t>National Disaster Response Force (NDRF), Disaster Response Training and Awareness Materials, Ministry of Home Affairs, Government of India, New Delhi, India, 2022. [Online]. Available: </a:t>
            </a:r>
            <a:r>
              <a:rPr lang="en-US" sz="1800" u="sng" dirty="0">
                <a:latin typeface="Times New Roman" panose="02020603050405020304" pitchFamily="18" charset="0"/>
                <a:cs typeface="Times New Roman" panose="02020603050405020304" pitchFamily="18" charset="0"/>
                <a:hlinkClick r:id="rId6"/>
              </a:rPr>
              <a:t>https://ndrf.gov.in</a:t>
            </a:r>
            <a:r>
              <a:rPr lang="en-US" sz="1800" dirty="0">
                <a:latin typeface="Times New Roman" panose="02020603050405020304" pitchFamily="18" charset="0"/>
                <a:cs typeface="Times New Roman" panose="02020603050405020304" pitchFamily="18" charset="0"/>
              </a:rPr>
              <a:t> </a:t>
            </a:r>
          </a:p>
          <a:p>
            <a:pPr marL="152400" indent="0">
              <a:spcBef>
                <a:spcPts val="0"/>
              </a:spcBef>
              <a:buNone/>
            </a:pPr>
            <a:endParaRPr lang="en-US" sz="1800" dirty="0">
              <a:latin typeface="Times New Roman" panose="02020603050405020304" pitchFamily="18" charset="0"/>
              <a:ea typeface="Cambria" panose="02040503050406030204" pitchFamily="18" charset="0"/>
              <a:cs typeface="Times New Roman" panose="02020603050405020304" pitchFamily="18" charset="0"/>
            </a:endParaRPr>
          </a:p>
          <a:p>
            <a:pPr marL="152400" indent="0">
              <a:spcBef>
                <a:spcPts val="0"/>
              </a:spcBef>
              <a:buNone/>
            </a:pPr>
            <a:r>
              <a:rPr lang="en-US" sz="1800" dirty="0">
                <a:latin typeface="Times New Roman" panose="02020603050405020304" pitchFamily="18" charset="0"/>
                <a:cs typeface="Times New Roman" panose="02020603050405020304" pitchFamily="18" charset="0"/>
              </a:rPr>
              <a:t>[5]United Nations Children’s Fund (UNICEF), Disaster Risk Reduction in Education, UNICEF Publications, New York, USA, 2021. [Online]. Available: </a:t>
            </a:r>
            <a:r>
              <a:rPr lang="en-US" sz="1800" u="sng" dirty="0">
                <a:latin typeface="Times New Roman" panose="02020603050405020304" pitchFamily="18" charset="0"/>
                <a:cs typeface="Times New Roman" panose="02020603050405020304" pitchFamily="18" charset="0"/>
                <a:hlinkClick r:id="rId7"/>
              </a:rPr>
              <a:t>https://www.unicef.org/disaster-risk-reduction</a:t>
            </a:r>
            <a:endParaRPr lang="en-US" sz="1800" dirty="0">
              <a:latin typeface="Times New Roman" panose="02020603050405020304" pitchFamily="18" charset="0"/>
              <a:ea typeface="Cambria" panose="02040503050406030204" pitchFamily="18" charset="0"/>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5" name="Picture 4">
            <a:extLst>
              <a:ext uri="{FF2B5EF4-FFF2-40B4-BE49-F238E27FC236}">
                <a16:creationId xmlns:a16="http://schemas.microsoft.com/office/drawing/2014/main" id="{C63A00FF-89F0-DC87-D900-930227B33E5D}"/>
              </a:ext>
            </a:extLst>
          </p:cNvPr>
          <p:cNvPicPr>
            <a:picLocks noChangeAspect="1"/>
          </p:cNvPicPr>
          <p:nvPr/>
        </p:nvPicPr>
        <p:blipFill>
          <a:blip r:embed="rId3"/>
          <a:stretch>
            <a:fillRect/>
          </a:stretch>
        </p:blipFill>
        <p:spPr>
          <a:xfrm>
            <a:off x="4082811" y="1441315"/>
            <a:ext cx="3893305" cy="3935471"/>
          </a:xfrm>
          <a:prstGeom prst="rect">
            <a:avLst/>
          </a:prstGeom>
        </p:spPr>
      </p:pic>
    </p:spTree>
  </p:cSld>
  <p:clrMapOvr>
    <a:masterClrMapping/>
  </p:clrMapOvr>
</p:sld>
</file>

<file path=ppt/theme/theme1.xml><?xml version="1.0" encoding="utf-8"?>
<a:theme xmlns:a="http://schemas.openxmlformats.org/drawingml/2006/main"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671</TotalTime>
  <Words>1151</Words>
  <Application>Microsoft Office PowerPoint</Application>
  <PresentationFormat>Widescreen</PresentationFormat>
  <Paragraphs>131</Paragraphs>
  <Slides>13</Slides>
  <Notes>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Cambria</vt:lpstr>
      <vt:lpstr>Times New Roman</vt:lpstr>
      <vt:lpstr>Verdana</vt:lpstr>
      <vt:lpstr>Bioinformatics</vt:lpstr>
      <vt:lpstr>Disaster preparedness and Response Education System for Schools and Colleges. (Disaster Awareness and Response Portal)  </vt:lpstr>
      <vt:lpstr>Problem Statement Number: SHI25008</vt:lpstr>
      <vt:lpstr>Problem Statement Number: SHI25008</vt:lpstr>
      <vt:lpstr>Problem Statement Number: SHI25008</vt:lpstr>
      <vt:lpstr>Problem Statement Number: SHI25008</vt:lpstr>
      <vt:lpstr>Problem Statement Number: SHI25008</vt:lpstr>
      <vt:lpstr>Problem Statement Number: SHI25008</vt:lpstr>
      <vt:lpstr>Problem Statement Number: SHI25008</vt:lpstr>
      <vt:lpstr>Problem Statement Number: SHI25008</vt:lpstr>
      <vt:lpstr>Problem Statement Number: SHI25008</vt:lpstr>
      <vt:lpstr>Problem Statement Number: SHI25008</vt:lpstr>
      <vt:lpstr>Problem Statement Number: SHI25008</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Admin</dc:creator>
  <cp:lastModifiedBy>Vishnu Vardhan</cp:lastModifiedBy>
  <cp:revision>53</cp:revision>
  <dcterms:modified xsi:type="dcterms:W3CDTF">2026-02-04T06:59:53Z</dcterms:modified>
</cp:coreProperties>
</file>